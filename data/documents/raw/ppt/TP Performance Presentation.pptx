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4"/>
  </p:notesMasterIdLst>
  <p:sldIdLst>
    <p:sldId id="293" r:id="rId5"/>
    <p:sldId id="308" r:id="rId6"/>
    <p:sldId id="326" r:id="rId7"/>
    <p:sldId id="298" r:id="rId8"/>
    <p:sldId id="328" r:id="rId9"/>
    <p:sldId id="334" r:id="rId10"/>
    <p:sldId id="335" r:id="rId11"/>
    <p:sldId id="336" r:id="rId12"/>
    <p:sldId id="33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 Slides" id="{259BEB0A-9B18-694B-99AB-94F69A9B54AD}">
          <p14:sldIdLst>
            <p14:sldId id="293"/>
          </p14:sldIdLst>
        </p14:section>
        <p14:section name="Layouts" id="{14B08E05-62FE-2547-A4CE-EF3F3E32D614}">
          <p14:sldIdLst>
            <p14:sldId id="308"/>
            <p14:sldId id="326"/>
            <p14:sldId id="298"/>
            <p14:sldId id="328"/>
            <p14:sldId id="334"/>
            <p14:sldId id="335"/>
            <p14:sldId id="336"/>
            <p14:sldId id="33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F2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199"/>
    <p:restoredTop sz="89157"/>
  </p:normalViewPr>
  <p:slideViewPr>
    <p:cSldViewPr snapToGrid="0" snapToObjects="1">
      <p:cViewPr varScale="1">
        <p:scale>
          <a:sx n="102" d="100"/>
          <a:sy n="102" d="100"/>
        </p:scale>
        <p:origin x="1320" y="1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thomasperri/Desktop/Thomas%20Perri/PhD/Databases/Study%203%20and%204/Study%203%20Match%20Data/Descriptive%20Table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thomasperri/Desktop/Thomas%20Perri/PhD/Databases/Study%203%20and%204/Study%203%20Match%20Data/Descriptive%20Table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Descriptive!$I$37</c:f>
              <c:strCache>
                <c:ptCount val="1"/>
                <c:pt idx="0">
                  <c:v>Hard</c:v>
                </c:pt>
              </c:strCache>
            </c:strRef>
          </c:tx>
          <c:spPr>
            <a:pattFill prst="wdUpDiag">
              <a:fgClr>
                <a:srgbClr val="0070C0"/>
              </a:fgClr>
              <a:bgClr>
                <a:schemeClr val="bg1"/>
              </a:bgClr>
            </a:pattFill>
            <a:ln w="12700">
              <a:solidFill>
                <a:schemeClr val="tx1"/>
              </a:solidFill>
            </a:ln>
            <a:effectLst/>
          </c:spPr>
          <c:invertIfNegative val="0"/>
          <c:errBars>
            <c:errBarType val="plus"/>
            <c:errValType val="cust"/>
            <c:noEndCap val="0"/>
            <c:plus>
              <c:numRef>
                <c:f>Descriptive!$I$49:$I$51</c:f>
                <c:numCache>
                  <c:formatCode>General</c:formatCode>
                  <c:ptCount val="3"/>
                  <c:pt idx="0">
                    <c:v>0.51</c:v>
                  </c:pt>
                  <c:pt idx="1">
                    <c:v>0.37</c:v>
                  </c:pt>
                  <c:pt idx="2">
                    <c:v>0.37</c:v>
                  </c:pt>
                </c:numCache>
              </c:numRef>
            </c:plus>
            <c:minus>
              <c:numRef>
                <c:f>Descriptive!$I$49:$I$51</c:f>
                <c:numCache>
                  <c:formatCode>General</c:formatCode>
                  <c:ptCount val="3"/>
                  <c:pt idx="0">
                    <c:v>0.51</c:v>
                  </c:pt>
                  <c:pt idx="1">
                    <c:v>0.37</c:v>
                  </c:pt>
                  <c:pt idx="2">
                    <c:v>0.37</c:v>
                  </c:pt>
                </c:numCache>
              </c:numRef>
            </c:minus>
            <c:spPr>
              <a:noFill/>
              <a:ln w="12700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strRef>
              <c:f>Descriptive!$H$38:$H$40</c:f>
              <c:strCache>
                <c:ptCount val="3"/>
                <c:pt idx="0">
                  <c:v>tPL</c:v>
                </c:pt>
                <c:pt idx="1">
                  <c:v>mPL</c:v>
                </c:pt>
                <c:pt idx="2">
                  <c:v>sPL</c:v>
                </c:pt>
              </c:strCache>
            </c:strRef>
          </c:cat>
          <c:val>
            <c:numRef>
              <c:f>Descriptive!$I$38:$I$40</c:f>
              <c:numCache>
                <c:formatCode>General</c:formatCode>
                <c:ptCount val="3"/>
                <c:pt idx="0">
                  <c:v>6.07</c:v>
                </c:pt>
                <c:pt idx="1">
                  <c:v>4.76</c:v>
                </c:pt>
                <c:pt idx="2">
                  <c:v>1.31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5FA-4642-816E-26C1F2E483A3}"/>
            </c:ext>
          </c:extLst>
        </c:ser>
        <c:ser>
          <c:idx val="1"/>
          <c:order val="1"/>
          <c:tx>
            <c:strRef>
              <c:f>Descriptive!$J$37</c:f>
              <c:strCache>
                <c:ptCount val="1"/>
                <c:pt idx="0">
                  <c:v>Grass</c:v>
                </c:pt>
              </c:strCache>
            </c:strRef>
          </c:tx>
          <c:spPr>
            <a:pattFill prst="wdUpDiag">
              <a:fgClr>
                <a:srgbClr val="00B050"/>
              </a:fgClr>
              <a:bgClr>
                <a:schemeClr val="bg1"/>
              </a:bgClr>
            </a:pattFill>
            <a:ln w="12700">
              <a:solidFill>
                <a:schemeClr val="tx1"/>
              </a:solidFill>
            </a:ln>
            <a:effectLst/>
          </c:spPr>
          <c:invertIfNegative val="0"/>
          <c:errBars>
            <c:errBarType val="plus"/>
            <c:errValType val="cust"/>
            <c:noEndCap val="0"/>
            <c:plus>
              <c:numRef>
                <c:f>Descriptive!$J$49:$J$51</c:f>
                <c:numCache>
                  <c:formatCode>General</c:formatCode>
                  <c:ptCount val="3"/>
                  <c:pt idx="0">
                    <c:v>0.25</c:v>
                  </c:pt>
                  <c:pt idx="1">
                    <c:v>0.23</c:v>
                  </c:pt>
                  <c:pt idx="2">
                    <c:v>0.09</c:v>
                  </c:pt>
                </c:numCache>
              </c:numRef>
            </c:plus>
            <c:minus>
              <c:numRef>
                <c:f>Descriptive!$J$49:$J$51</c:f>
                <c:numCache>
                  <c:formatCode>General</c:formatCode>
                  <c:ptCount val="3"/>
                  <c:pt idx="0">
                    <c:v>0.25</c:v>
                  </c:pt>
                  <c:pt idx="1">
                    <c:v>0.23</c:v>
                  </c:pt>
                  <c:pt idx="2">
                    <c:v>0.09</c:v>
                  </c:pt>
                </c:numCache>
              </c:numRef>
            </c:minus>
            <c:spPr>
              <a:noFill/>
              <a:ln w="12700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strRef>
              <c:f>Descriptive!$H$38:$H$40</c:f>
              <c:strCache>
                <c:ptCount val="3"/>
                <c:pt idx="0">
                  <c:v>tPL</c:v>
                </c:pt>
                <c:pt idx="1">
                  <c:v>mPL</c:v>
                </c:pt>
                <c:pt idx="2">
                  <c:v>sPL</c:v>
                </c:pt>
              </c:strCache>
            </c:strRef>
          </c:cat>
          <c:val>
            <c:numRef>
              <c:f>Descriptive!$J$38:$J$40</c:f>
              <c:numCache>
                <c:formatCode>General</c:formatCode>
                <c:ptCount val="3"/>
                <c:pt idx="0">
                  <c:v>5.55</c:v>
                </c:pt>
                <c:pt idx="1">
                  <c:v>4.59</c:v>
                </c:pt>
                <c:pt idx="2">
                  <c:v>0.96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5FA-4642-816E-26C1F2E483A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61270047"/>
        <c:axId val="461271695"/>
      </c:barChart>
      <c:catAx>
        <c:axId val="46127004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61271695"/>
        <c:crosses val="autoZero"/>
        <c:auto val="1"/>
        <c:lblAlgn val="ctr"/>
        <c:lblOffset val="100"/>
        <c:noMultiLvlLbl val="0"/>
      </c:catAx>
      <c:valAx>
        <c:axId val="461271695"/>
        <c:scaling>
          <c:orientation val="minMax"/>
          <c:max val="7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 sz="800" dirty="0" err="1">
                    <a:solidFill>
                      <a:schemeClr val="tx1"/>
                    </a:solidFill>
                  </a:rPr>
                  <a:t>PlayerLoad</a:t>
                </a:r>
                <a:r>
                  <a:rPr lang="en-GB" sz="800" dirty="0">
                    <a:solidFill>
                      <a:schemeClr val="tx1"/>
                    </a:solidFill>
                  </a:rPr>
                  <a:t> (AU/min)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8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out"/>
        <c:tickLblPos val="nextTo"/>
        <c:spPr>
          <a:noFill/>
          <a:ln w="12700"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61270047"/>
        <c:crosses val="autoZero"/>
        <c:crossBetween val="between"/>
        <c:minorUnit val="0.5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12700" cap="flat" cmpd="sng" algn="ctr">
      <a:solidFill>
        <a:schemeClr val="tx1"/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Descriptive!$I$42</c:f>
              <c:strCache>
                <c:ptCount val="1"/>
                <c:pt idx="0">
                  <c:v>Hard</c:v>
                </c:pt>
              </c:strCache>
            </c:strRef>
          </c:tx>
          <c:spPr>
            <a:pattFill prst="wdUpDiag">
              <a:fgClr>
                <a:srgbClr val="0070C0"/>
              </a:fgClr>
              <a:bgClr>
                <a:schemeClr val="bg1"/>
              </a:bgClr>
            </a:pattFill>
            <a:ln w="12700">
              <a:solidFill>
                <a:schemeClr val="tx1"/>
              </a:solidFill>
            </a:ln>
            <a:effectLst/>
          </c:spPr>
          <c:invertIfNegative val="0"/>
          <c:errBars>
            <c:errBarType val="plus"/>
            <c:errValType val="cust"/>
            <c:noEndCap val="0"/>
            <c:plus>
              <c:numRef>
                <c:f>Descriptive!$I$54:$I$57</c:f>
                <c:numCache>
                  <c:formatCode>General</c:formatCode>
                  <c:ptCount val="4"/>
                  <c:pt idx="0">
                    <c:v>0.2</c:v>
                  </c:pt>
                  <c:pt idx="1">
                    <c:v>0.16</c:v>
                  </c:pt>
                  <c:pt idx="2">
                    <c:v>0.08</c:v>
                  </c:pt>
                  <c:pt idx="3">
                    <c:v>0.03</c:v>
                  </c:pt>
                </c:numCache>
              </c:numRef>
            </c:plus>
            <c:minus>
              <c:numRef>
                <c:f>Descriptive!$I$54:$I$57</c:f>
                <c:numCache>
                  <c:formatCode>General</c:formatCode>
                  <c:ptCount val="4"/>
                  <c:pt idx="0">
                    <c:v>0.2</c:v>
                  </c:pt>
                  <c:pt idx="1">
                    <c:v>0.16</c:v>
                  </c:pt>
                  <c:pt idx="2">
                    <c:v>0.08</c:v>
                  </c:pt>
                  <c:pt idx="3">
                    <c:v>0.03</c:v>
                  </c:pt>
                </c:numCache>
              </c:numRef>
            </c:minus>
            <c:spPr>
              <a:noFill/>
              <a:ln w="12700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strRef>
              <c:f>Descriptive!$H$43:$H$46</c:f>
              <c:strCache>
                <c:ptCount val="4"/>
                <c:pt idx="0">
                  <c:v>FH-sPL</c:v>
                </c:pt>
                <c:pt idx="1">
                  <c:v>BH-sPL</c:v>
                </c:pt>
                <c:pt idx="2">
                  <c:v>Serve-sPL</c:v>
                </c:pt>
                <c:pt idx="3">
                  <c:v>Other-sPL</c:v>
                </c:pt>
              </c:strCache>
            </c:strRef>
          </c:cat>
          <c:val>
            <c:numRef>
              <c:f>Descriptive!$I$43:$I$46</c:f>
              <c:numCache>
                <c:formatCode>General</c:formatCode>
                <c:ptCount val="4"/>
                <c:pt idx="0">
                  <c:v>0.44</c:v>
                </c:pt>
                <c:pt idx="1">
                  <c:v>0.41</c:v>
                </c:pt>
                <c:pt idx="2">
                  <c:v>0.35</c:v>
                </c:pt>
                <c:pt idx="3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55D-654C-B979-B9CF6BFEE8DB}"/>
            </c:ext>
          </c:extLst>
        </c:ser>
        <c:ser>
          <c:idx val="1"/>
          <c:order val="1"/>
          <c:tx>
            <c:strRef>
              <c:f>Descriptive!$J$42</c:f>
              <c:strCache>
                <c:ptCount val="1"/>
                <c:pt idx="0">
                  <c:v>Grass</c:v>
                </c:pt>
              </c:strCache>
            </c:strRef>
          </c:tx>
          <c:spPr>
            <a:pattFill prst="wdUpDiag">
              <a:fgClr>
                <a:srgbClr val="00B050"/>
              </a:fgClr>
              <a:bgClr>
                <a:schemeClr val="bg1"/>
              </a:bgClr>
            </a:pattFill>
            <a:ln w="12700">
              <a:solidFill>
                <a:schemeClr val="tx1"/>
              </a:solidFill>
            </a:ln>
            <a:effectLst/>
          </c:spPr>
          <c:invertIfNegative val="0"/>
          <c:errBars>
            <c:errBarType val="plus"/>
            <c:errValType val="cust"/>
            <c:noEndCap val="0"/>
            <c:plus>
              <c:numRef>
                <c:f>Descriptive!$J$54:$J$57</c:f>
                <c:numCache>
                  <c:formatCode>General</c:formatCode>
                  <c:ptCount val="4"/>
                  <c:pt idx="0">
                    <c:v>0.1</c:v>
                  </c:pt>
                  <c:pt idx="1">
                    <c:v>0.06</c:v>
                  </c:pt>
                  <c:pt idx="2">
                    <c:v>0.06</c:v>
                  </c:pt>
                  <c:pt idx="3">
                    <c:v>0.03</c:v>
                  </c:pt>
                </c:numCache>
              </c:numRef>
            </c:plus>
            <c:minus>
              <c:numRef>
                <c:f>Descriptive!$J$54:$J$57</c:f>
                <c:numCache>
                  <c:formatCode>General</c:formatCode>
                  <c:ptCount val="4"/>
                  <c:pt idx="0">
                    <c:v>0.1</c:v>
                  </c:pt>
                  <c:pt idx="1">
                    <c:v>0.06</c:v>
                  </c:pt>
                  <c:pt idx="2">
                    <c:v>0.06</c:v>
                  </c:pt>
                  <c:pt idx="3">
                    <c:v>0.03</c:v>
                  </c:pt>
                </c:numCache>
              </c:numRef>
            </c:minus>
            <c:spPr>
              <a:noFill/>
              <a:ln w="12700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strRef>
              <c:f>Descriptive!$H$43:$H$46</c:f>
              <c:strCache>
                <c:ptCount val="4"/>
                <c:pt idx="0">
                  <c:v>FH-sPL</c:v>
                </c:pt>
                <c:pt idx="1">
                  <c:v>BH-sPL</c:v>
                </c:pt>
                <c:pt idx="2">
                  <c:v>Serve-sPL</c:v>
                </c:pt>
                <c:pt idx="3">
                  <c:v>Other-sPL</c:v>
                </c:pt>
              </c:strCache>
            </c:strRef>
          </c:cat>
          <c:val>
            <c:numRef>
              <c:f>Descriptive!$J$43:$J$46</c:f>
              <c:numCache>
                <c:formatCode>General</c:formatCode>
                <c:ptCount val="4"/>
                <c:pt idx="0">
                  <c:v>0.25</c:v>
                </c:pt>
                <c:pt idx="1">
                  <c:v>0.27</c:v>
                </c:pt>
                <c:pt idx="2">
                  <c:v>0.31</c:v>
                </c:pt>
                <c:pt idx="3">
                  <c:v>0.13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55D-654C-B979-B9CF6BFEE8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78568447"/>
        <c:axId val="478570095"/>
      </c:barChart>
      <c:catAx>
        <c:axId val="47856844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8570095"/>
        <c:crosses val="autoZero"/>
        <c:auto val="1"/>
        <c:lblAlgn val="ctr"/>
        <c:lblOffset val="100"/>
        <c:noMultiLvlLbl val="0"/>
      </c:catAx>
      <c:valAx>
        <c:axId val="478570095"/>
        <c:scaling>
          <c:orientation val="minMax"/>
          <c:max val="0.70000000000000007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 sz="800" dirty="0" err="1">
                    <a:solidFill>
                      <a:schemeClr val="tx1"/>
                    </a:solidFill>
                  </a:rPr>
                  <a:t>PlayerLoad</a:t>
                </a:r>
                <a:r>
                  <a:rPr lang="en-GB" sz="800" dirty="0">
                    <a:solidFill>
                      <a:schemeClr val="tx1"/>
                    </a:solidFill>
                  </a:rPr>
                  <a:t> (AU/min)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out"/>
        <c:tickLblPos val="nextTo"/>
        <c:spPr>
          <a:noFill/>
          <a:ln w="12700"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8568447"/>
        <c:crosses val="autoZero"/>
        <c:crossBetween val="between"/>
        <c:majorUnit val="0.1"/>
        <c:minorUnit val="5.000000000000001E-2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12700" cap="flat" cmpd="sng" algn="ctr">
      <a:solidFill>
        <a:schemeClr val="tx1"/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227BE0-8D26-2C46-B592-87513771FDEF}" type="datetimeFigureOut">
              <a:rPr lang="en-US" smtClean="0"/>
              <a:t>3/24/22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364B19-607B-B942-B14B-DB932692D3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1487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64B19-607B-B942-B14B-DB932692D37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1907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64B19-607B-B942-B14B-DB932692D37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0236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64B19-607B-B942-B14B-DB932692D37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0955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64B19-607B-B942-B14B-DB932692D37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1220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64B19-607B-B942-B14B-DB932692D37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5363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64B19-607B-B942-B14B-DB932692D37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4258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64B19-607B-B942-B14B-DB932692D37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4028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64B19-607B-B942-B14B-DB932692D37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4762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64B19-607B-B942-B14B-DB932692D37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5205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8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9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1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2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27854" y="2684346"/>
            <a:ext cx="7574314" cy="1201854"/>
          </a:xfrm>
        </p:spPr>
        <p:txBody>
          <a:bodyPr anchor="t">
            <a:noAutofit/>
          </a:bodyPr>
          <a:lstStyle>
            <a:lvl1pPr algn="l">
              <a:defRPr lang="en-AU" sz="3400" smtClean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Title Heading</a:t>
            </a:r>
            <a:endParaRPr lang="en-AU" dirty="0">
              <a:solidFill>
                <a:srgbClr val="FFFFFF"/>
              </a:solidFill>
              <a:effectLst/>
              <a:latin typeface="Helvetica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27854" y="3904488"/>
            <a:ext cx="7574314" cy="1483672"/>
          </a:xfrm>
        </p:spPr>
        <p:txBody>
          <a:bodyPr>
            <a:noAutofit/>
          </a:bodyPr>
          <a:lstStyle>
            <a:lvl1pPr marL="0" indent="0" algn="l">
              <a:lnSpc>
                <a:spcPts val="2050"/>
              </a:lnSpc>
              <a:spcBef>
                <a:spcPts val="0"/>
              </a:spcBef>
              <a:buNone/>
              <a:defRPr lang="en-AU" sz="1600" smtClean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573A36A-F66D-5949-851B-B40DF1CFFD2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17794" y="719529"/>
            <a:ext cx="1013045" cy="4310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739CB7F-C500-664A-85BC-40E98079674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t="1441"/>
          <a:stretch/>
        </p:blipFill>
        <p:spPr>
          <a:xfrm>
            <a:off x="6367137" y="-1"/>
            <a:ext cx="5824863" cy="675914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94D4A17-CCAE-BD4B-887F-A1DBBA9FD3FB}"/>
              </a:ext>
            </a:extLst>
          </p:cNvPr>
          <p:cNvSpPr txBox="1"/>
          <p:nvPr userDrawn="1"/>
        </p:nvSpPr>
        <p:spPr>
          <a:xfrm>
            <a:off x="10018207" y="6420897"/>
            <a:ext cx="17484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>
                <a:solidFill>
                  <a:schemeClr val="bg1"/>
                </a:solidFill>
              </a:rPr>
              <a:t>UTS CRICOS 00099F</a:t>
            </a:r>
          </a:p>
        </p:txBody>
      </p:sp>
    </p:spTree>
    <p:extLst>
      <p:ext uri="{BB962C8B-B14F-4D97-AF65-F5344CB8AC3E}">
        <p14:creationId xmlns:p14="http://schemas.microsoft.com/office/powerpoint/2010/main" val="467279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559C330-434D-E849-BBE8-5105B5C5910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1E0ADE0A-0058-F840-B5C2-8007274D77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7854" y="2684913"/>
            <a:ext cx="7574314" cy="1220142"/>
          </a:xfrm>
        </p:spPr>
        <p:txBody>
          <a:bodyPr anchor="t"/>
          <a:lstStyle>
            <a:lvl1pPr>
              <a:defRPr sz="3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Heading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88A8D42-146D-E24F-BAAC-E035BD58A1AC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627854" y="3904487"/>
            <a:ext cx="7574314" cy="2185163"/>
          </a:xfrm>
        </p:spPr>
        <p:txBody>
          <a:bodyPr/>
          <a:lstStyle>
            <a:lvl1pPr marL="0" indent="0">
              <a:lnSpc>
                <a:spcPts val="2050"/>
              </a:lnSpc>
              <a:spcBef>
                <a:spcPts val="0"/>
              </a:spcBef>
              <a:buNone/>
              <a:defRPr lang="en-AU" sz="1600" smtClean="0">
                <a:solidFill>
                  <a:schemeClr val="bg1"/>
                </a:solidFill>
                <a:effectLst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C9EDAEB-3873-A64C-85D5-7E8C880A434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17794" y="719529"/>
            <a:ext cx="1013045" cy="43108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DB54EBF-1938-C84A-803A-757B7616969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924800" y="0"/>
            <a:ext cx="42672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18520DE-9604-514D-9A44-1CC3729B9F82}"/>
              </a:ext>
            </a:extLst>
          </p:cNvPr>
          <p:cNvSpPr txBox="1"/>
          <p:nvPr userDrawn="1"/>
        </p:nvSpPr>
        <p:spPr>
          <a:xfrm>
            <a:off x="10018207" y="6420897"/>
            <a:ext cx="17484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>
                <a:solidFill>
                  <a:schemeClr val="bg1"/>
                </a:solidFill>
              </a:rPr>
              <a:t>UTS CRICOS 00099F</a:t>
            </a:r>
          </a:p>
        </p:txBody>
      </p:sp>
    </p:spTree>
    <p:extLst>
      <p:ext uri="{BB962C8B-B14F-4D97-AF65-F5344CB8AC3E}">
        <p14:creationId xmlns:p14="http://schemas.microsoft.com/office/powerpoint/2010/main" val="16743213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36EE050-3323-1242-B34C-E3F02BDAF2D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387"/>
            <a:ext cx="12192000" cy="6854637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1E0ADE0A-0058-F840-B5C2-8007274D77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90452" y="2470591"/>
            <a:ext cx="7007979" cy="1220142"/>
          </a:xfrm>
        </p:spPr>
        <p:txBody>
          <a:bodyPr anchor="t"/>
          <a:lstStyle>
            <a:lvl1pPr>
              <a:defRPr sz="3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Heading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88A8D42-146D-E24F-BAAC-E035BD58A1AC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4190452" y="3690731"/>
            <a:ext cx="7007979" cy="2185163"/>
          </a:xfrm>
        </p:spPr>
        <p:txBody>
          <a:bodyPr/>
          <a:lstStyle>
            <a:lvl1pPr marL="0" indent="0">
              <a:lnSpc>
                <a:spcPts val="2050"/>
              </a:lnSpc>
              <a:spcBef>
                <a:spcPts val="0"/>
              </a:spcBef>
              <a:buNone/>
              <a:defRPr lang="en-AU" sz="1600" smtClean="0">
                <a:solidFill>
                  <a:schemeClr val="bg1"/>
                </a:solidFill>
                <a:effectLst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FEA474E-6B4A-A34F-8B82-43E38856870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17794" y="719529"/>
            <a:ext cx="1013045" cy="43108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D0D74A7-5BDD-6A4F-B249-910440AD9E9A}"/>
              </a:ext>
            </a:extLst>
          </p:cNvPr>
          <p:cNvSpPr txBox="1"/>
          <p:nvPr userDrawn="1"/>
        </p:nvSpPr>
        <p:spPr>
          <a:xfrm>
            <a:off x="619685" y="6420897"/>
            <a:ext cx="17484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dirty="0">
                <a:solidFill>
                  <a:schemeClr val="bg1"/>
                </a:solidFill>
              </a:rPr>
              <a:t>UTS CRICOS 00099F</a:t>
            </a:r>
          </a:p>
        </p:txBody>
      </p:sp>
    </p:spTree>
    <p:extLst>
      <p:ext uri="{BB962C8B-B14F-4D97-AF65-F5344CB8AC3E}">
        <p14:creationId xmlns:p14="http://schemas.microsoft.com/office/powerpoint/2010/main" val="5991237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27854" y="2684346"/>
            <a:ext cx="7574314" cy="1201854"/>
          </a:xfrm>
        </p:spPr>
        <p:txBody>
          <a:bodyPr anchor="t">
            <a:noAutofit/>
          </a:bodyPr>
          <a:lstStyle>
            <a:lvl1pPr algn="l">
              <a:defRPr lang="en-AU" sz="3400" smtClean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Title Heading</a:t>
            </a:r>
            <a:endParaRPr lang="en-AU" dirty="0">
              <a:solidFill>
                <a:srgbClr val="FFFFFF"/>
              </a:solidFill>
              <a:effectLst/>
              <a:latin typeface="Helvetica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27854" y="3904488"/>
            <a:ext cx="7574314" cy="1483672"/>
          </a:xfrm>
        </p:spPr>
        <p:txBody>
          <a:bodyPr>
            <a:noAutofit/>
          </a:bodyPr>
          <a:lstStyle>
            <a:lvl1pPr marL="0" indent="0" algn="l">
              <a:lnSpc>
                <a:spcPts val="2050"/>
              </a:lnSpc>
              <a:spcBef>
                <a:spcPts val="0"/>
              </a:spcBef>
              <a:buNone/>
              <a:defRPr lang="en-AU" sz="1600" smtClean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573A36A-F66D-5949-851B-B40DF1CFFD2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17794" y="719529"/>
            <a:ext cx="1013045" cy="43108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6F7672F-B535-3A4B-B6AA-0248282CE7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48142"/>
          <a:stretch/>
        </p:blipFill>
        <p:spPr>
          <a:xfrm>
            <a:off x="5869458" y="0"/>
            <a:ext cx="6322541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2A1FD67-3299-CA49-B972-E63A734FFB5E}"/>
              </a:ext>
            </a:extLst>
          </p:cNvPr>
          <p:cNvSpPr txBox="1"/>
          <p:nvPr userDrawn="1"/>
        </p:nvSpPr>
        <p:spPr>
          <a:xfrm>
            <a:off x="10018207" y="6420897"/>
            <a:ext cx="17484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>
                <a:solidFill>
                  <a:schemeClr val="bg1"/>
                </a:solidFill>
              </a:rPr>
              <a:t>UTS CRICOS 00099F</a:t>
            </a:r>
          </a:p>
        </p:txBody>
      </p:sp>
    </p:spTree>
    <p:extLst>
      <p:ext uri="{BB962C8B-B14F-4D97-AF65-F5344CB8AC3E}">
        <p14:creationId xmlns:p14="http://schemas.microsoft.com/office/powerpoint/2010/main" val="3993701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5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339B732-97F5-8142-946C-460DAD575E4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27854" y="2684346"/>
            <a:ext cx="7574314" cy="1201854"/>
          </a:xfrm>
        </p:spPr>
        <p:txBody>
          <a:bodyPr anchor="t">
            <a:noAutofit/>
          </a:bodyPr>
          <a:lstStyle>
            <a:lvl1pPr algn="l">
              <a:defRPr lang="en-AU" sz="3400" smtClean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Title Heading</a:t>
            </a:r>
            <a:endParaRPr lang="en-AU" dirty="0">
              <a:solidFill>
                <a:srgbClr val="FFFFFF"/>
              </a:solidFill>
              <a:effectLst/>
              <a:latin typeface="Helvetica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27854" y="3904488"/>
            <a:ext cx="7574314" cy="1483672"/>
          </a:xfrm>
        </p:spPr>
        <p:txBody>
          <a:bodyPr>
            <a:noAutofit/>
          </a:bodyPr>
          <a:lstStyle>
            <a:lvl1pPr marL="0" indent="0" algn="l">
              <a:lnSpc>
                <a:spcPts val="2050"/>
              </a:lnSpc>
              <a:spcBef>
                <a:spcPts val="0"/>
              </a:spcBef>
              <a:buNone/>
              <a:defRPr lang="en-AU" sz="1600" smtClean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573A36A-F66D-5949-851B-B40DF1CFFD2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17794" y="719529"/>
            <a:ext cx="1013045" cy="43108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33B5CED-F544-F742-9789-3164A6A500D5}"/>
              </a:ext>
            </a:extLst>
          </p:cNvPr>
          <p:cNvSpPr txBox="1"/>
          <p:nvPr userDrawn="1"/>
        </p:nvSpPr>
        <p:spPr>
          <a:xfrm>
            <a:off x="10018207" y="6420897"/>
            <a:ext cx="17484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>
                <a:solidFill>
                  <a:schemeClr val="bg1"/>
                </a:solidFill>
              </a:rPr>
              <a:t>UTS CRICOS 00099F</a:t>
            </a:r>
          </a:p>
        </p:txBody>
      </p:sp>
    </p:spTree>
    <p:extLst>
      <p:ext uri="{BB962C8B-B14F-4D97-AF65-F5344CB8AC3E}">
        <p14:creationId xmlns:p14="http://schemas.microsoft.com/office/powerpoint/2010/main" val="25888520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6">
    <p:bg>
      <p:bgPr>
        <a:solidFill>
          <a:schemeClr val="bg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0D08152-A3CE-E74C-8704-ED0CA74E8B5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A44100E-027F-E643-8E48-32B4F0C8FFE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1E0ADE0A-0058-F840-B5C2-8007274D77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98459" y="2122361"/>
            <a:ext cx="5592436" cy="1220142"/>
          </a:xfrm>
        </p:spPr>
        <p:txBody>
          <a:bodyPr anchor="t"/>
          <a:lstStyle>
            <a:lvl1pPr>
              <a:defRPr sz="3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Heading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88A8D42-146D-E24F-BAAC-E035BD58A1AC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6398459" y="3360789"/>
            <a:ext cx="5592436" cy="2185163"/>
          </a:xfrm>
        </p:spPr>
        <p:txBody>
          <a:bodyPr/>
          <a:lstStyle>
            <a:lvl1pPr marL="0" indent="0">
              <a:lnSpc>
                <a:spcPts val="2050"/>
              </a:lnSpc>
              <a:spcBef>
                <a:spcPts val="0"/>
              </a:spcBef>
              <a:buNone/>
              <a:defRPr lang="en-AU" sz="1600" smtClean="0">
                <a:solidFill>
                  <a:schemeClr val="bg1"/>
                </a:solidFill>
                <a:effectLst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AB7304E-0E27-AF47-BD7A-0A8B3B31ACB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742849" y="707332"/>
            <a:ext cx="748146" cy="70915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CF341A3-F22A-8F43-98A2-33A1DF177A05}"/>
              </a:ext>
            </a:extLst>
          </p:cNvPr>
          <p:cNvSpPr txBox="1"/>
          <p:nvPr userDrawn="1"/>
        </p:nvSpPr>
        <p:spPr>
          <a:xfrm>
            <a:off x="10018207" y="6420897"/>
            <a:ext cx="17484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UTS CRICOS 00099F</a:t>
            </a:r>
          </a:p>
        </p:txBody>
      </p:sp>
    </p:spTree>
    <p:extLst>
      <p:ext uri="{BB962C8B-B14F-4D97-AF65-F5344CB8AC3E}">
        <p14:creationId xmlns:p14="http://schemas.microsoft.com/office/powerpoint/2010/main" val="3114284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7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34D1BC1-E025-444C-8AF7-7073AD63E49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AE7675C-6DEA-C64E-B08C-308DFE30586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90000"/>
          </a:blip>
          <a:srcRect l="42913"/>
          <a:stretch/>
        </p:blipFill>
        <p:spPr>
          <a:xfrm>
            <a:off x="5231876" y="0"/>
            <a:ext cx="6960124" cy="685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25ACA62-DF63-8843-8E8F-B9AB1BB3390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70000"/>
          </a:blip>
          <a:srcRect l="2" t="16357" r="64276" b="14639"/>
          <a:stretch/>
        </p:blipFill>
        <p:spPr>
          <a:xfrm>
            <a:off x="0" y="1121790"/>
            <a:ext cx="4355184" cy="473225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781518" y="2498992"/>
            <a:ext cx="5001987" cy="1201854"/>
          </a:xfrm>
        </p:spPr>
        <p:txBody>
          <a:bodyPr anchor="t">
            <a:noAutofit/>
          </a:bodyPr>
          <a:lstStyle>
            <a:lvl1pPr algn="l">
              <a:defRPr lang="en-AU" sz="3400" smtClean="0">
                <a:solidFill>
                  <a:schemeClr val="bg1"/>
                </a:solidFill>
                <a:effectLst/>
              </a:defRPr>
            </a:lvl1pPr>
          </a:lstStyle>
          <a:p>
            <a:r>
              <a:rPr lang="en-US" dirty="0"/>
              <a:t>Title Heading</a:t>
            </a:r>
            <a:endParaRPr lang="en-AU" dirty="0">
              <a:solidFill>
                <a:srgbClr val="FFFFFF"/>
              </a:solidFill>
              <a:effectLst/>
              <a:latin typeface="Helvetica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781518" y="3719134"/>
            <a:ext cx="5001987" cy="1483672"/>
          </a:xfrm>
        </p:spPr>
        <p:txBody>
          <a:bodyPr>
            <a:noAutofit/>
          </a:bodyPr>
          <a:lstStyle>
            <a:lvl1pPr marL="0" indent="0" algn="l">
              <a:lnSpc>
                <a:spcPts val="2050"/>
              </a:lnSpc>
              <a:spcBef>
                <a:spcPts val="0"/>
              </a:spcBef>
              <a:buNone/>
              <a:defRPr lang="en-AU" sz="1600" smtClean="0">
                <a:solidFill>
                  <a:schemeClr val="bg1"/>
                </a:solidFill>
                <a:effectLst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9FE1CD8-BE7B-7148-B92F-9AD3A348429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12729" y="3073460"/>
            <a:ext cx="748146" cy="70915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FB9BCF3-1CEC-C54E-9F13-52C0CB0B91B5}"/>
              </a:ext>
            </a:extLst>
          </p:cNvPr>
          <p:cNvSpPr txBox="1"/>
          <p:nvPr userDrawn="1"/>
        </p:nvSpPr>
        <p:spPr>
          <a:xfrm>
            <a:off x="10018207" y="6420897"/>
            <a:ext cx="17484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UTS CRICOS 00099F</a:t>
            </a:r>
          </a:p>
        </p:txBody>
      </p:sp>
    </p:spTree>
    <p:extLst>
      <p:ext uri="{BB962C8B-B14F-4D97-AF65-F5344CB8AC3E}">
        <p14:creationId xmlns:p14="http://schemas.microsoft.com/office/powerpoint/2010/main" val="3580832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8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83EBFDD8-EC75-B848-849F-4A4FDCBEAD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68E9B96-EBE3-814D-974D-1590FC71147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093031" y="1819374"/>
            <a:ext cx="5775315" cy="371416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6F239D5-010D-1E4E-80AB-B1E4BBE78A0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12800" y="709435"/>
            <a:ext cx="1828800" cy="43313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27854" y="2684346"/>
            <a:ext cx="7234101" cy="1220142"/>
          </a:xfrm>
        </p:spPr>
        <p:txBody>
          <a:bodyPr anchor="t">
            <a:noAutofit/>
          </a:bodyPr>
          <a:lstStyle>
            <a:lvl1pPr algn="l">
              <a:defRPr lang="en-AU" sz="3400" smtClean="0">
                <a:solidFill>
                  <a:schemeClr val="bg1"/>
                </a:solidFill>
                <a:effectLst/>
              </a:defRPr>
            </a:lvl1pPr>
          </a:lstStyle>
          <a:p>
            <a:r>
              <a:rPr lang="en-US" dirty="0"/>
              <a:t>Title Heading</a:t>
            </a:r>
            <a:endParaRPr lang="en-AU" dirty="0">
              <a:solidFill>
                <a:srgbClr val="FFFFFF"/>
              </a:solidFill>
              <a:effectLst/>
              <a:latin typeface="Helvetica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7854" y="3904488"/>
            <a:ext cx="7234101" cy="1483672"/>
          </a:xfrm>
        </p:spPr>
        <p:txBody>
          <a:bodyPr>
            <a:noAutofit/>
          </a:bodyPr>
          <a:lstStyle>
            <a:lvl1pPr marL="0" indent="0" algn="l">
              <a:lnSpc>
                <a:spcPts val="2050"/>
              </a:lnSpc>
              <a:spcBef>
                <a:spcPts val="0"/>
              </a:spcBef>
              <a:buNone/>
              <a:defRPr lang="en-AU" sz="1600" smtClean="0">
                <a:solidFill>
                  <a:schemeClr val="bg1"/>
                </a:solidFill>
                <a:effectLst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 dirty="0">
              <a:solidFill>
                <a:srgbClr val="FFFFFF"/>
              </a:solidFill>
              <a:effectLst/>
              <a:latin typeface="Helvetica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1A8120-416B-C447-8D5E-C8576FEACE18}"/>
              </a:ext>
            </a:extLst>
          </p:cNvPr>
          <p:cNvSpPr txBox="1"/>
          <p:nvPr userDrawn="1"/>
        </p:nvSpPr>
        <p:spPr>
          <a:xfrm>
            <a:off x="10018207" y="6420897"/>
            <a:ext cx="17484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>
                <a:solidFill>
                  <a:schemeClr val="bg1"/>
                </a:solidFill>
              </a:rPr>
              <a:t>UTS CRICOS 00099F</a:t>
            </a:r>
          </a:p>
        </p:txBody>
      </p:sp>
    </p:spTree>
    <p:extLst>
      <p:ext uri="{BB962C8B-B14F-4D97-AF65-F5344CB8AC3E}">
        <p14:creationId xmlns:p14="http://schemas.microsoft.com/office/powerpoint/2010/main" val="17365539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9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B95B59D-032C-CD4A-B177-5223D666C6E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9E2E7B1-2CAA-0442-BF33-993CA9D00FE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93876" y="707332"/>
            <a:ext cx="748146" cy="70915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417429" y="2495810"/>
            <a:ext cx="7318942" cy="1201854"/>
          </a:xfrm>
        </p:spPr>
        <p:txBody>
          <a:bodyPr anchor="t">
            <a:noAutofit/>
          </a:bodyPr>
          <a:lstStyle>
            <a:lvl1pPr algn="l">
              <a:defRPr lang="en-AU" sz="3400" smtClean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Title Heading</a:t>
            </a:r>
            <a:endParaRPr lang="en-AU" dirty="0">
              <a:solidFill>
                <a:srgbClr val="FFFFFF"/>
              </a:solidFill>
              <a:effectLst/>
              <a:latin typeface="Helvetica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417429" y="3715952"/>
            <a:ext cx="7318942" cy="1483672"/>
          </a:xfrm>
        </p:spPr>
        <p:txBody>
          <a:bodyPr>
            <a:noAutofit/>
          </a:bodyPr>
          <a:lstStyle>
            <a:lvl1pPr marL="0" indent="0" algn="l">
              <a:lnSpc>
                <a:spcPts val="2050"/>
              </a:lnSpc>
              <a:spcBef>
                <a:spcPts val="0"/>
              </a:spcBef>
              <a:buNone/>
              <a:defRPr lang="en-AU" sz="1600" smtClean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6FE1C7-3397-A040-96F0-BC5CC70D1A62}"/>
              </a:ext>
            </a:extLst>
          </p:cNvPr>
          <p:cNvSpPr txBox="1"/>
          <p:nvPr userDrawn="1"/>
        </p:nvSpPr>
        <p:spPr>
          <a:xfrm>
            <a:off x="10018207" y="6420897"/>
            <a:ext cx="17484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>
                <a:solidFill>
                  <a:schemeClr val="bg1"/>
                </a:solidFill>
              </a:rPr>
              <a:t>UTS CRICOS 00099F</a:t>
            </a:r>
          </a:p>
        </p:txBody>
      </p:sp>
    </p:spTree>
    <p:extLst>
      <p:ext uri="{BB962C8B-B14F-4D97-AF65-F5344CB8AC3E}">
        <p14:creationId xmlns:p14="http://schemas.microsoft.com/office/powerpoint/2010/main" val="1877301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10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9A7EFA2-B1FD-1E43-9276-0F55A5EC671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51689"/>
          <a:stretch/>
        </p:blipFill>
        <p:spPr>
          <a:xfrm>
            <a:off x="6301946" y="0"/>
            <a:ext cx="5890054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27854" y="2684346"/>
            <a:ext cx="7574314" cy="1201854"/>
          </a:xfrm>
        </p:spPr>
        <p:txBody>
          <a:bodyPr anchor="t">
            <a:noAutofit/>
          </a:bodyPr>
          <a:lstStyle>
            <a:lvl1pPr algn="l">
              <a:defRPr lang="en-AU" sz="3400" smtClean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Title Heading</a:t>
            </a:r>
            <a:endParaRPr lang="en-AU" dirty="0">
              <a:solidFill>
                <a:srgbClr val="FFFFFF"/>
              </a:solidFill>
              <a:effectLst/>
              <a:latin typeface="Helvetica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27854" y="3904488"/>
            <a:ext cx="7574314" cy="1483672"/>
          </a:xfrm>
        </p:spPr>
        <p:txBody>
          <a:bodyPr>
            <a:noAutofit/>
          </a:bodyPr>
          <a:lstStyle>
            <a:lvl1pPr marL="0" indent="0" algn="l">
              <a:lnSpc>
                <a:spcPts val="2050"/>
              </a:lnSpc>
              <a:spcBef>
                <a:spcPts val="0"/>
              </a:spcBef>
              <a:buNone/>
              <a:defRPr lang="en-AU" sz="1600" smtClean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D4AE9F-74AC-D04B-90B5-A6807CBD85C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93876" y="707332"/>
            <a:ext cx="748146" cy="70915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0A88856-F89C-EF4E-B6A8-ABF16041A3D2}"/>
              </a:ext>
            </a:extLst>
          </p:cNvPr>
          <p:cNvSpPr txBox="1"/>
          <p:nvPr userDrawn="1"/>
        </p:nvSpPr>
        <p:spPr>
          <a:xfrm>
            <a:off x="10018207" y="6420897"/>
            <a:ext cx="17484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>
                <a:solidFill>
                  <a:schemeClr val="bg1"/>
                </a:solidFill>
              </a:rPr>
              <a:t>UTS CRICOS 00099F</a:t>
            </a:r>
          </a:p>
        </p:txBody>
      </p:sp>
    </p:spTree>
    <p:extLst>
      <p:ext uri="{BB962C8B-B14F-4D97-AF65-F5344CB8AC3E}">
        <p14:creationId xmlns:p14="http://schemas.microsoft.com/office/powerpoint/2010/main" val="26114267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1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1856B1C-BE9C-3E40-80C8-A011A3C8E1B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1E0ADE0A-0058-F840-B5C2-8007274D77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4588" y="1933263"/>
            <a:ext cx="7007979" cy="1220142"/>
          </a:xfrm>
        </p:spPr>
        <p:txBody>
          <a:bodyPr anchor="t"/>
          <a:lstStyle>
            <a:lvl1pPr>
              <a:defRPr sz="3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Heading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88A8D42-146D-E24F-BAAC-E035BD58A1AC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3464588" y="3153403"/>
            <a:ext cx="7007979" cy="2185163"/>
          </a:xfrm>
        </p:spPr>
        <p:txBody>
          <a:bodyPr/>
          <a:lstStyle>
            <a:lvl1pPr marL="0" indent="0">
              <a:lnSpc>
                <a:spcPts val="2050"/>
              </a:lnSpc>
              <a:spcBef>
                <a:spcPts val="0"/>
              </a:spcBef>
              <a:buNone/>
              <a:defRPr lang="en-AU" sz="1600" smtClean="0">
                <a:solidFill>
                  <a:schemeClr val="bg1"/>
                </a:solidFill>
                <a:effectLst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E3F4ABF-2D84-7949-9C75-93BB2724848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93876" y="5449014"/>
            <a:ext cx="748146" cy="70915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B12A80C-D730-564E-BB04-3FCA28CD2AE0}"/>
              </a:ext>
            </a:extLst>
          </p:cNvPr>
          <p:cNvSpPr txBox="1"/>
          <p:nvPr userDrawn="1"/>
        </p:nvSpPr>
        <p:spPr>
          <a:xfrm>
            <a:off x="10018207" y="6420897"/>
            <a:ext cx="17484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UTS CRICOS 00099F</a:t>
            </a:r>
          </a:p>
        </p:txBody>
      </p:sp>
    </p:spTree>
    <p:extLst>
      <p:ext uri="{BB962C8B-B14F-4D97-AF65-F5344CB8AC3E}">
        <p14:creationId xmlns:p14="http://schemas.microsoft.com/office/powerpoint/2010/main" val="5336108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1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164A8C5-B98A-DD4E-960D-F3D3761EC0E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1E0ADE0A-0058-F840-B5C2-8007274D77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90971" y="2329189"/>
            <a:ext cx="5957189" cy="1220142"/>
          </a:xfrm>
        </p:spPr>
        <p:txBody>
          <a:bodyPr anchor="t"/>
          <a:lstStyle>
            <a:lvl1pPr>
              <a:defRPr sz="3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Heading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88A8D42-146D-E24F-BAAC-E035BD58A1AC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5990971" y="3549329"/>
            <a:ext cx="5957189" cy="2185163"/>
          </a:xfrm>
        </p:spPr>
        <p:txBody>
          <a:bodyPr/>
          <a:lstStyle>
            <a:lvl1pPr marL="0" indent="0">
              <a:lnSpc>
                <a:spcPts val="2050"/>
              </a:lnSpc>
              <a:spcBef>
                <a:spcPts val="0"/>
              </a:spcBef>
              <a:buNone/>
              <a:defRPr lang="en-AU" sz="1600" smtClean="0">
                <a:solidFill>
                  <a:schemeClr val="bg1"/>
                </a:solidFill>
                <a:effectLst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E3F4ABF-2D84-7949-9C75-93BB2724848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93876" y="5449014"/>
            <a:ext cx="748146" cy="70915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2431573-003B-1248-BFDD-83146ACD9FF8}"/>
              </a:ext>
            </a:extLst>
          </p:cNvPr>
          <p:cNvSpPr txBox="1"/>
          <p:nvPr userDrawn="1"/>
        </p:nvSpPr>
        <p:spPr>
          <a:xfrm>
            <a:off x="10018207" y="6420897"/>
            <a:ext cx="17484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>
                <a:solidFill>
                  <a:schemeClr val="bg1"/>
                </a:solidFill>
              </a:rPr>
              <a:t>UTS CRICOS 00099F</a:t>
            </a:r>
          </a:p>
        </p:txBody>
      </p:sp>
    </p:spTree>
    <p:extLst>
      <p:ext uri="{BB962C8B-B14F-4D97-AF65-F5344CB8AC3E}">
        <p14:creationId xmlns:p14="http://schemas.microsoft.com/office/powerpoint/2010/main" val="12781473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1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A92481E-4CF5-CA4B-AB81-3F8A7DE984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9E2E7B1-2CAA-0442-BF33-993CA9D00FE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93876" y="707332"/>
            <a:ext cx="748146" cy="70915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235061" y="2276354"/>
            <a:ext cx="7318942" cy="1201854"/>
          </a:xfrm>
        </p:spPr>
        <p:txBody>
          <a:bodyPr anchor="t">
            <a:noAutofit/>
          </a:bodyPr>
          <a:lstStyle>
            <a:lvl1pPr algn="l">
              <a:defRPr lang="en-AU" sz="3400" smtClean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Title Heading</a:t>
            </a:r>
            <a:endParaRPr lang="en-AU" dirty="0">
              <a:solidFill>
                <a:srgbClr val="FFFFFF"/>
              </a:solidFill>
              <a:effectLst/>
              <a:latin typeface="Helvetica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235061" y="3496496"/>
            <a:ext cx="7318942" cy="1483672"/>
          </a:xfrm>
        </p:spPr>
        <p:txBody>
          <a:bodyPr>
            <a:noAutofit/>
          </a:bodyPr>
          <a:lstStyle>
            <a:lvl1pPr marL="0" indent="0" algn="l">
              <a:lnSpc>
                <a:spcPts val="2050"/>
              </a:lnSpc>
              <a:spcBef>
                <a:spcPts val="0"/>
              </a:spcBef>
              <a:buNone/>
              <a:defRPr lang="en-AU" sz="1600" smtClean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F67CAC-88DC-A347-B609-48E8C5032870}"/>
              </a:ext>
            </a:extLst>
          </p:cNvPr>
          <p:cNvSpPr txBox="1"/>
          <p:nvPr userDrawn="1"/>
        </p:nvSpPr>
        <p:spPr>
          <a:xfrm>
            <a:off x="10018207" y="6420897"/>
            <a:ext cx="17484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>
                <a:solidFill>
                  <a:schemeClr val="tx1"/>
                </a:solidFill>
              </a:rPr>
              <a:t>UTS CRICOS 00099F</a:t>
            </a:r>
          </a:p>
        </p:txBody>
      </p:sp>
    </p:spTree>
    <p:extLst>
      <p:ext uri="{BB962C8B-B14F-4D97-AF65-F5344CB8AC3E}">
        <p14:creationId xmlns:p14="http://schemas.microsoft.com/office/powerpoint/2010/main" val="535881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1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EDA576C-E09E-DA46-9E41-2C17B83D599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27854" y="2684346"/>
            <a:ext cx="7574314" cy="1201854"/>
          </a:xfrm>
        </p:spPr>
        <p:txBody>
          <a:bodyPr anchor="t">
            <a:noAutofit/>
          </a:bodyPr>
          <a:lstStyle>
            <a:lvl1pPr algn="l">
              <a:defRPr lang="en-AU" sz="3400" smtClean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Title Heading</a:t>
            </a:r>
            <a:endParaRPr lang="en-AU" dirty="0">
              <a:solidFill>
                <a:srgbClr val="FFFFFF"/>
              </a:solidFill>
              <a:effectLst/>
              <a:latin typeface="Helvetica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27854" y="3904488"/>
            <a:ext cx="7574314" cy="1483672"/>
          </a:xfrm>
        </p:spPr>
        <p:txBody>
          <a:bodyPr>
            <a:noAutofit/>
          </a:bodyPr>
          <a:lstStyle>
            <a:lvl1pPr marL="0" indent="0" algn="l">
              <a:lnSpc>
                <a:spcPts val="2050"/>
              </a:lnSpc>
              <a:spcBef>
                <a:spcPts val="0"/>
              </a:spcBef>
              <a:buNone/>
              <a:defRPr lang="en-AU" sz="1600" smtClean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D4AE9F-74AC-D04B-90B5-A6807CBD85C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93876" y="707332"/>
            <a:ext cx="748146" cy="70915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27EBCE9-73DA-4849-863C-4D208F8DA70E}"/>
              </a:ext>
            </a:extLst>
          </p:cNvPr>
          <p:cNvSpPr txBox="1"/>
          <p:nvPr userDrawn="1"/>
        </p:nvSpPr>
        <p:spPr>
          <a:xfrm>
            <a:off x="10018207" y="6420897"/>
            <a:ext cx="17484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>
                <a:solidFill>
                  <a:schemeClr val="bg1"/>
                </a:solidFill>
              </a:rPr>
              <a:t>UTS CRICOS 00099F</a:t>
            </a:r>
          </a:p>
        </p:txBody>
      </p:sp>
    </p:spTree>
    <p:extLst>
      <p:ext uri="{BB962C8B-B14F-4D97-AF65-F5344CB8AC3E}">
        <p14:creationId xmlns:p14="http://schemas.microsoft.com/office/powerpoint/2010/main" val="32446650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15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7528CDE-FE80-924C-8060-9D82A8CC322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Round Same Side Corner Rectangle 7">
            <a:extLst>
              <a:ext uri="{FF2B5EF4-FFF2-40B4-BE49-F238E27FC236}">
                <a16:creationId xmlns:a16="http://schemas.microsoft.com/office/drawing/2014/main" id="{41DFA51C-E3F7-3042-8CC9-2BA7335B534A}"/>
              </a:ext>
            </a:extLst>
          </p:cNvPr>
          <p:cNvSpPr/>
          <p:nvPr userDrawn="1"/>
        </p:nvSpPr>
        <p:spPr>
          <a:xfrm rot="16200000">
            <a:off x="5998464" y="481584"/>
            <a:ext cx="469392" cy="11917680"/>
          </a:xfrm>
          <a:prstGeom prst="round2SameRect">
            <a:avLst>
              <a:gd name="adj1" fmla="val 43334"/>
              <a:gd name="adj2" fmla="val 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27854" y="855546"/>
            <a:ext cx="7574314" cy="1218351"/>
          </a:xfrm>
        </p:spPr>
        <p:txBody>
          <a:bodyPr anchor="t">
            <a:noAutofit/>
          </a:bodyPr>
          <a:lstStyle>
            <a:lvl1pPr algn="l">
              <a:defRPr lang="en-AU" sz="3400" smtClean="0">
                <a:solidFill>
                  <a:schemeClr val="bg1"/>
                </a:solidFill>
                <a:effectLst/>
              </a:defRPr>
            </a:lvl1pPr>
          </a:lstStyle>
          <a:p>
            <a:r>
              <a:rPr lang="en-US" dirty="0"/>
              <a:t>Title Heading</a:t>
            </a:r>
            <a:endParaRPr lang="en-AU" dirty="0">
              <a:solidFill>
                <a:srgbClr val="FFFFFF"/>
              </a:solidFill>
              <a:effectLst/>
              <a:latin typeface="Helvetica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7854" y="2075688"/>
            <a:ext cx="7574314" cy="1483672"/>
          </a:xfrm>
        </p:spPr>
        <p:txBody>
          <a:bodyPr>
            <a:noAutofit/>
          </a:bodyPr>
          <a:lstStyle>
            <a:lvl1pPr marL="0" indent="0" algn="l">
              <a:lnSpc>
                <a:spcPts val="2050"/>
              </a:lnSpc>
              <a:spcBef>
                <a:spcPts val="0"/>
              </a:spcBef>
              <a:buNone/>
              <a:defRPr lang="en-AU" sz="1600" smtClean="0">
                <a:solidFill>
                  <a:schemeClr val="bg1"/>
                </a:solidFill>
                <a:effectLst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 dirty="0">
              <a:solidFill>
                <a:srgbClr val="FFFFFF"/>
              </a:solidFill>
              <a:effectLst/>
              <a:latin typeface="Helvetica" pitchFamily="2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66798C6-69F7-6245-B3D0-59691694102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3078" y="6287426"/>
            <a:ext cx="658649" cy="28027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38C20BC-6376-9040-AE58-12124121080C}"/>
              </a:ext>
            </a:extLst>
          </p:cNvPr>
          <p:cNvSpPr txBox="1"/>
          <p:nvPr userDrawn="1"/>
        </p:nvSpPr>
        <p:spPr>
          <a:xfrm>
            <a:off x="10018207" y="6326629"/>
            <a:ext cx="17484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>
                <a:solidFill>
                  <a:schemeClr val="bg1"/>
                </a:solidFill>
              </a:rPr>
              <a:t>UTS CRICOS 00099F</a:t>
            </a:r>
          </a:p>
        </p:txBody>
      </p:sp>
    </p:spTree>
    <p:extLst>
      <p:ext uri="{BB962C8B-B14F-4D97-AF65-F5344CB8AC3E}">
        <p14:creationId xmlns:p14="http://schemas.microsoft.com/office/powerpoint/2010/main" val="114146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1E0ADE0A-0058-F840-B5C2-8007274D77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7854" y="856616"/>
            <a:ext cx="7574314" cy="1220142"/>
          </a:xfrm>
        </p:spPr>
        <p:txBody>
          <a:bodyPr anchor="t"/>
          <a:lstStyle>
            <a:lvl1pPr>
              <a:defRPr sz="34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88A8D42-146D-E24F-BAAC-E035BD58A1AC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713232" y="2085901"/>
            <a:ext cx="6144768" cy="785315"/>
          </a:xfrm>
          <a:solidFill>
            <a:schemeClr val="bg2">
              <a:lumMod val="20000"/>
              <a:lumOff val="80000"/>
            </a:schemeClr>
          </a:solidFill>
        </p:spPr>
        <p:txBody>
          <a:bodyPr lIns="90000" anchor="ctr"/>
          <a:lstStyle>
            <a:lvl1pPr marL="0" indent="0">
              <a:lnSpc>
                <a:spcPts val="2050"/>
              </a:lnSpc>
              <a:spcBef>
                <a:spcPts val="0"/>
              </a:spcBef>
              <a:buNone/>
              <a:defRPr lang="en-AU" smtClean="0">
                <a:effectLst/>
              </a:defRPr>
            </a:lvl1pPr>
            <a:lvl2pPr marL="457200" indent="0">
              <a:buNone/>
              <a:defRPr sz="1500">
                <a:solidFill>
                  <a:schemeClr val="tx1">
                    <a:lumMod val="95000"/>
                    <a:lumOff val="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1"/>
            <a:r>
              <a:rPr lang="en-US" dirty="0"/>
              <a:t>Click to edit Master</a:t>
            </a:r>
            <a:endParaRPr lang="en-AU" dirty="0">
              <a:effectLst/>
              <a:latin typeface="Helvetica" pitchFamily="2" charset="0"/>
            </a:endParaRP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E0E671DF-A16D-7042-99F1-01B4E7B92712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713232" y="3140968"/>
            <a:ext cx="6144768" cy="785315"/>
          </a:xfrm>
          <a:solidFill>
            <a:schemeClr val="tx2"/>
          </a:solidFill>
        </p:spPr>
        <p:txBody>
          <a:bodyPr anchor="ctr"/>
          <a:lstStyle>
            <a:lvl1pPr marL="0" indent="0">
              <a:lnSpc>
                <a:spcPts val="2050"/>
              </a:lnSpc>
              <a:spcBef>
                <a:spcPts val="0"/>
              </a:spcBef>
              <a:buNone/>
              <a:defRPr lang="en-AU" smtClean="0">
                <a:effectLst/>
              </a:defRPr>
            </a:lvl1pPr>
            <a:lvl2pPr marL="457200" indent="0">
              <a:buNone/>
              <a:defRPr sz="15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1"/>
            <a:r>
              <a:rPr lang="en-US" dirty="0"/>
              <a:t>Click to edit Master</a:t>
            </a:r>
            <a:endParaRPr lang="en-AU" dirty="0">
              <a:effectLst/>
              <a:latin typeface="Helvetica" pitchFamily="2" charset="0"/>
            </a:endParaRP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5F8B380E-0693-2D4D-8629-8F7AEECD4997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713232" y="4302256"/>
            <a:ext cx="6144768" cy="785315"/>
          </a:xfrm>
          <a:solidFill>
            <a:schemeClr val="bg2"/>
          </a:solidFill>
        </p:spPr>
        <p:txBody>
          <a:bodyPr anchor="ctr"/>
          <a:lstStyle>
            <a:lvl1pPr marL="0" indent="0">
              <a:lnSpc>
                <a:spcPts val="2050"/>
              </a:lnSpc>
              <a:spcBef>
                <a:spcPts val="0"/>
              </a:spcBef>
              <a:buNone/>
              <a:defRPr lang="en-AU" smtClean="0">
                <a:effectLst/>
              </a:defRPr>
            </a:lvl1pPr>
            <a:lvl2pPr marL="457200" indent="0">
              <a:buNone/>
              <a:defRPr sz="1500">
                <a:solidFill>
                  <a:schemeClr val="tx1">
                    <a:lumMod val="95000"/>
                    <a:lumOff val="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1"/>
            <a:r>
              <a:rPr lang="en-US" dirty="0"/>
              <a:t>Click to edit Master</a:t>
            </a:r>
            <a:endParaRPr lang="en-AU" dirty="0">
              <a:effectLst/>
              <a:latin typeface="Helvetica" pitchFamily="2" charset="0"/>
            </a:endParaRP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5FF4630B-2B4C-AF4F-A238-DBAC88C7811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7111625" y="2085901"/>
            <a:ext cx="4358326" cy="3010813"/>
          </a:xfrm>
          <a:solidFill>
            <a:schemeClr val="accent1"/>
          </a:solidFill>
        </p:spPr>
        <p:txBody>
          <a:bodyPr anchor="ctr"/>
          <a:lstStyle>
            <a:lvl1pPr algn="ctr">
              <a:lnSpc>
                <a:spcPct val="100000"/>
              </a:lnSpc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Insert quote/</a:t>
            </a:r>
            <a:br>
              <a:rPr lang="en-US" dirty="0"/>
            </a:br>
            <a:r>
              <a:rPr lang="en-US" dirty="0"/>
              <a:t>image here</a:t>
            </a:r>
          </a:p>
        </p:txBody>
      </p:sp>
      <p:sp>
        <p:nvSpPr>
          <p:cNvPr id="11" name="Round Same Side Corner Rectangle 10">
            <a:extLst>
              <a:ext uri="{FF2B5EF4-FFF2-40B4-BE49-F238E27FC236}">
                <a16:creationId xmlns:a16="http://schemas.microsoft.com/office/drawing/2014/main" id="{B671E6C5-A11E-534F-A92A-A05330550BF1}"/>
              </a:ext>
            </a:extLst>
          </p:cNvPr>
          <p:cNvSpPr/>
          <p:nvPr userDrawn="1"/>
        </p:nvSpPr>
        <p:spPr>
          <a:xfrm rot="16200000">
            <a:off x="5998464" y="481584"/>
            <a:ext cx="469392" cy="11917680"/>
          </a:xfrm>
          <a:prstGeom prst="round2SameRect">
            <a:avLst>
              <a:gd name="adj1" fmla="val 43334"/>
              <a:gd name="adj2" fmla="val 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5A3F370-5644-0545-A5D8-95E03C5C75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73078" y="6287426"/>
            <a:ext cx="658649" cy="280276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363093" y="6255097"/>
            <a:ext cx="5402187" cy="365125"/>
          </a:xfrm>
        </p:spPr>
        <p:txBody>
          <a:bodyPr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Footer content here</a:t>
            </a:r>
          </a:p>
        </p:txBody>
      </p:sp>
    </p:spTree>
    <p:extLst>
      <p:ext uri="{BB962C8B-B14F-4D97-AF65-F5344CB8AC3E}">
        <p14:creationId xmlns:p14="http://schemas.microsoft.com/office/powerpoint/2010/main" val="9747649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1E0ADE0A-0058-F840-B5C2-8007274D77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7854" y="856616"/>
            <a:ext cx="7574314" cy="780160"/>
          </a:xfrm>
        </p:spPr>
        <p:txBody>
          <a:bodyPr anchor="t"/>
          <a:lstStyle>
            <a:lvl1pPr>
              <a:defRPr sz="34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88A8D42-146D-E24F-BAAC-E035BD58A1AC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713232" y="1636776"/>
            <a:ext cx="3566160" cy="2049399"/>
          </a:xfrm>
          <a:solidFill>
            <a:schemeClr val="tx2"/>
          </a:solidFill>
        </p:spPr>
        <p:txBody>
          <a:bodyPr lIns="306000" rIns="125999" anchor="ctr"/>
          <a:lstStyle>
            <a:lvl1pPr marL="0" indent="0">
              <a:lnSpc>
                <a:spcPts val="1750"/>
              </a:lnSpc>
              <a:spcBef>
                <a:spcPts val="0"/>
              </a:spcBef>
              <a:spcAft>
                <a:spcPts val="1000"/>
              </a:spcAft>
              <a:buNone/>
              <a:defRPr lang="en-AU" sz="1400" smtClean="0">
                <a:solidFill>
                  <a:schemeClr val="bg1"/>
                </a:solidFill>
                <a:effectLst/>
              </a:defRPr>
            </a:lvl1pPr>
            <a:lvl2pPr marL="457200" indent="0">
              <a:buNone/>
              <a:defRPr sz="15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</a:t>
            </a:r>
            <a:endParaRPr lang="en-AU" dirty="0">
              <a:solidFill>
                <a:srgbClr val="FFFFFF"/>
              </a:solidFill>
              <a:effectLst/>
              <a:latin typeface="Helvetica" pitchFamily="2" charset="0"/>
            </a:endParaRP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E0E671DF-A16D-7042-99F1-01B4E7B92712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4279392" y="3679334"/>
            <a:ext cx="3582073" cy="2063100"/>
          </a:xfrm>
          <a:solidFill>
            <a:schemeClr val="tx2"/>
          </a:solidFill>
        </p:spPr>
        <p:txBody>
          <a:bodyPr lIns="306000" rIns="125999" anchor="ctr"/>
          <a:lstStyle>
            <a:lvl1pPr marL="0" indent="0">
              <a:lnSpc>
                <a:spcPts val="1850"/>
              </a:lnSpc>
              <a:spcBef>
                <a:spcPts val="0"/>
              </a:spcBef>
              <a:spcAft>
                <a:spcPts val="1000"/>
              </a:spcAft>
              <a:buNone/>
              <a:defRPr lang="en-AU" sz="1400" smtClean="0">
                <a:solidFill>
                  <a:schemeClr val="bg1"/>
                </a:solidFill>
                <a:effectLst/>
              </a:defRPr>
            </a:lvl1pPr>
            <a:lvl2pPr marL="457200" indent="0">
              <a:buNone/>
              <a:defRPr sz="15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</a:t>
            </a:r>
            <a:endParaRPr lang="en-AU" dirty="0">
              <a:solidFill>
                <a:srgbClr val="FFFFFF"/>
              </a:solidFill>
              <a:effectLst/>
              <a:latin typeface="Helvetica" pitchFamily="2" charset="0"/>
            </a:endParaRP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5F8B380E-0693-2D4D-8629-8F7AEECD4997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713232" y="3683000"/>
            <a:ext cx="3566160" cy="2059433"/>
          </a:xfrm>
          <a:solidFill>
            <a:schemeClr val="bg2"/>
          </a:solidFill>
        </p:spPr>
        <p:txBody>
          <a:bodyPr lIns="306000" rIns="125999" anchor="ctr"/>
          <a:lstStyle>
            <a:lvl1pPr marL="0" indent="0">
              <a:lnSpc>
                <a:spcPts val="1750"/>
              </a:lnSpc>
              <a:spcBef>
                <a:spcPts val="0"/>
              </a:spcBef>
              <a:spcAft>
                <a:spcPts val="1000"/>
              </a:spcAft>
              <a:buNone/>
              <a:defRPr lang="en-AU" sz="1400" smtClean="0">
                <a:effectLst/>
              </a:defRPr>
            </a:lvl1pPr>
            <a:lvl2pPr marL="457200" indent="0">
              <a:buNone/>
              <a:defRPr sz="1500">
                <a:solidFill>
                  <a:schemeClr val="tx1">
                    <a:lumMod val="95000"/>
                    <a:lumOff val="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</a:t>
            </a:r>
            <a:endParaRPr lang="en-AU" dirty="0">
              <a:solidFill>
                <a:srgbClr val="FFFFFF"/>
              </a:solidFill>
              <a:effectLst/>
              <a:latin typeface="Helvetica" pitchFamily="2" charset="0"/>
            </a:endParaRP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F0D50968-2440-3B43-AD3A-9DED17BFF302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4279392" y="1637322"/>
            <a:ext cx="3582073" cy="2042011"/>
          </a:xfrm>
          <a:solidFill>
            <a:schemeClr val="bg2"/>
          </a:solidFill>
        </p:spPr>
        <p:txBody>
          <a:bodyPr lIns="306000" rIns="125999" anchor="ctr"/>
          <a:lstStyle>
            <a:lvl1pPr marL="0" indent="0">
              <a:lnSpc>
                <a:spcPts val="1850"/>
              </a:lnSpc>
              <a:spcBef>
                <a:spcPts val="0"/>
              </a:spcBef>
              <a:spcAft>
                <a:spcPts val="1000"/>
              </a:spcAft>
              <a:buNone/>
              <a:defRPr lang="en-AU" sz="1400" smtClean="0">
                <a:effectLst/>
              </a:defRPr>
            </a:lvl1pPr>
            <a:lvl2pPr marL="457200" indent="0">
              <a:buNone/>
              <a:defRPr sz="15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</a:t>
            </a:r>
            <a:endParaRPr lang="en-AU" dirty="0">
              <a:solidFill>
                <a:srgbClr val="FFFFFF"/>
              </a:solidFill>
              <a:effectLst/>
              <a:latin typeface="Helvetica" pitchFamily="2" charset="0"/>
            </a:endParaRP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BA815EB8-459D-6447-995E-71AD9F1743EA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7861465" y="1636776"/>
            <a:ext cx="3590623" cy="2048257"/>
          </a:xfrm>
          <a:solidFill>
            <a:schemeClr val="tx2"/>
          </a:solidFill>
        </p:spPr>
        <p:txBody>
          <a:bodyPr lIns="306000" rIns="125999" anchor="ctr"/>
          <a:lstStyle>
            <a:lvl1pPr marL="0" indent="0">
              <a:lnSpc>
                <a:spcPts val="1750"/>
              </a:lnSpc>
              <a:spcBef>
                <a:spcPts val="0"/>
              </a:spcBef>
              <a:spcAft>
                <a:spcPts val="1000"/>
              </a:spcAft>
              <a:buNone/>
              <a:defRPr lang="en-AU" sz="1400" smtClean="0">
                <a:solidFill>
                  <a:schemeClr val="bg1"/>
                </a:solidFill>
                <a:effectLst/>
              </a:defRPr>
            </a:lvl1pPr>
            <a:lvl2pPr marL="457200" indent="0">
              <a:buNone/>
              <a:defRPr sz="15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</a:t>
            </a:r>
            <a:endParaRPr lang="en-AU" dirty="0">
              <a:solidFill>
                <a:srgbClr val="FFFFFF"/>
              </a:solidFill>
              <a:effectLst/>
              <a:latin typeface="Helvetica" pitchFamily="2" charset="0"/>
            </a:endParaRP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73DEDB3-CB8D-134C-A2A4-DD1A97442C51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7861465" y="3685033"/>
            <a:ext cx="3590623" cy="2057400"/>
          </a:xfrm>
          <a:solidFill>
            <a:schemeClr val="bg2"/>
          </a:solidFill>
        </p:spPr>
        <p:txBody>
          <a:bodyPr lIns="306000" rIns="125999" anchor="ctr"/>
          <a:lstStyle>
            <a:lvl1pPr marL="0" indent="0">
              <a:lnSpc>
                <a:spcPts val="1750"/>
              </a:lnSpc>
              <a:spcBef>
                <a:spcPts val="0"/>
              </a:spcBef>
              <a:spcAft>
                <a:spcPts val="1000"/>
              </a:spcAft>
              <a:buNone/>
              <a:defRPr lang="en-AU" sz="1400" smtClean="0">
                <a:effectLst/>
              </a:defRPr>
            </a:lvl1pPr>
            <a:lvl2pPr marL="457200" indent="0">
              <a:buNone/>
              <a:defRPr sz="1500">
                <a:solidFill>
                  <a:schemeClr val="tx1">
                    <a:lumMod val="95000"/>
                    <a:lumOff val="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</a:t>
            </a:r>
            <a:endParaRPr lang="en-AU" dirty="0">
              <a:solidFill>
                <a:srgbClr val="FFFFFF"/>
              </a:solidFill>
              <a:effectLst/>
              <a:latin typeface="Helvetica" pitchFamily="2" charset="0"/>
            </a:endParaRPr>
          </a:p>
        </p:txBody>
      </p:sp>
      <p:sp>
        <p:nvSpPr>
          <p:cNvPr id="17" name="Round Same Side Corner Rectangle 16">
            <a:extLst>
              <a:ext uri="{FF2B5EF4-FFF2-40B4-BE49-F238E27FC236}">
                <a16:creationId xmlns:a16="http://schemas.microsoft.com/office/drawing/2014/main" id="{4459DFE8-3502-704B-8EEE-DEF0B479392D}"/>
              </a:ext>
            </a:extLst>
          </p:cNvPr>
          <p:cNvSpPr/>
          <p:nvPr userDrawn="1"/>
        </p:nvSpPr>
        <p:spPr>
          <a:xfrm rot="16200000">
            <a:off x="5998464" y="481584"/>
            <a:ext cx="469392" cy="11917680"/>
          </a:xfrm>
          <a:prstGeom prst="round2SameRect">
            <a:avLst>
              <a:gd name="adj1" fmla="val 43334"/>
              <a:gd name="adj2" fmla="val 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ACA7B30-F0C0-B444-8FAD-E07917DCA48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73078" y="6287426"/>
            <a:ext cx="658649" cy="280276"/>
          </a:xfrm>
          <a:prstGeom prst="rect">
            <a:avLst/>
          </a:prstGeom>
        </p:spPr>
      </p:pic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3A7DB94B-D2C7-2343-B66C-A785C1936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63093" y="6255097"/>
            <a:ext cx="5402187" cy="365125"/>
          </a:xfrm>
        </p:spPr>
        <p:txBody>
          <a:bodyPr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Footer content here</a:t>
            </a:r>
          </a:p>
        </p:txBody>
      </p:sp>
    </p:spTree>
    <p:extLst>
      <p:ext uri="{BB962C8B-B14F-4D97-AF65-F5344CB8AC3E}">
        <p14:creationId xmlns:p14="http://schemas.microsoft.com/office/powerpoint/2010/main" val="11258010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1E0ADE0A-0058-F840-B5C2-8007274D77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7854" y="857541"/>
            <a:ext cx="7574314" cy="797523"/>
          </a:xfrm>
        </p:spPr>
        <p:txBody>
          <a:bodyPr anchor="t"/>
          <a:lstStyle>
            <a:lvl1pPr>
              <a:defRPr sz="34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88A8D42-146D-E24F-BAAC-E035BD58A1AC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388603" y="4045965"/>
            <a:ext cx="3770410" cy="2144523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  <a:defRPr lang="en-AU" sz="1500" smtClean="0">
                <a:effectLst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</a:t>
            </a:r>
            <a:endParaRPr lang="en-AU" dirty="0">
              <a:effectLst/>
              <a:latin typeface="Helvetica" pitchFamily="2" charset="0"/>
            </a:endParaRP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C5E5639F-BC0B-4F4B-B21B-6615FC21FDC1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1244208" y="1730947"/>
            <a:ext cx="2059200" cy="2059200"/>
          </a:xfr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insert image</a:t>
            </a: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38DE4CFE-5015-1F4E-AE20-6BBC2948ADCB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5066400" y="1730947"/>
            <a:ext cx="2059200" cy="2059200"/>
          </a:xfr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insert image</a:t>
            </a:r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BA3B6E67-1E67-5A41-A48D-70542D4DCD54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8887051" y="1730947"/>
            <a:ext cx="2059200" cy="2059200"/>
          </a:xfr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insert image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BC739BE0-C2A7-7048-A7CC-6EA32385D3A3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4210795" y="4045964"/>
            <a:ext cx="3770410" cy="2144523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  <a:defRPr lang="en-AU" sz="1500" smtClean="0">
                <a:effectLst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</a:t>
            </a:r>
            <a:endParaRPr lang="en-AU" dirty="0">
              <a:effectLst/>
              <a:latin typeface="Helvetica" pitchFamily="2" charset="0"/>
            </a:endParaRP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2389AA33-BE6F-184B-A8BB-024EA6EE4825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031446" y="4045963"/>
            <a:ext cx="3770410" cy="2144523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  <a:defRPr lang="en-AU" sz="1500" smtClean="0">
                <a:effectLst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</a:t>
            </a:r>
            <a:endParaRPr lang="en-AU" dirty="0">
              <a:effectLst/>
              <a:latin typeface="Helvetica" pitchFamily="2" charset="0"/>
            </a:endParaRPr>
          </a:p>
        </p:txBody>
      </p:sp>
      <p:sp>
        <p:nvSpPr>
          <p:cNvPr id="20" name="Round Same Side Corner Rectangle 19">
            <a:extLst>
              <a:ext uri="{FF2B5EF4-FFF2-40B4-BE49-F238E27FC236}">
                <a16:creationId xmlns:a16="http://schemas.microsoft.com/office/drawing/2014/main" id="{37A4A0F8-DC45-C145-BED2-E020BF447968}"/>
              </a:ext>
            </a:extLst>
          </p:cNvPr>
          <p:cNvSpPr/>
          <p:nvPr userDrawn="1"/>
        </p:nvSpPr>
        <p:spPr>
          <a:xfrm rot="16200000">
            <a:off x="5998464" y="481584"/>
            <a:ext cx="469392" cy="11917680"/>
          </a:xfrm>
          <a:prstGeom prst="round2SameRect">
            <a:avLst>
              <a:gd name="adj1" fmla="val 43334"/>
              <a:gd name="adj2" fmla="val 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0BB4B78-462E-CA47-8C74-FCB5A12E30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73078" y="6287426"/>
            <a:ext cx="658649" cy="280276"/>
          </a:xfrm>
          <a:prstGeom prst="rect">
            <a:avLst/>
          </a:prstGeom>
        </p:spPr>
      </p:pic>
      <p:sp>
        <p:nvSpPr>
          <p:cNvPr id="22" name="Footer Placeholder 4">
            <a:extLst>
              <a:ext uri="{FF2B5EF4-FFF2-40B4-BE49-F238E27FC236}">
                <a16:creationId xmlns:a16="http://schemas.microsoft.com/office/drawing/2014/main" id="{6D2E0E12-4DA0-D54B-85B4-ACFFEAD8C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63093" y="6255097"/>
            <a:ext cx="5402187" cy="365125"/>
          </a:xfrm>
        </p:spPr>
        <p:txBody>
          <a:bodyPr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Footer content here</a:t>
            </a:r>
          </a:p>
        </p:txBody>
      </p:sp>
    </p:spTree>
    <p:extLst>
      <p:ext uri="{BB962C8B-B14F-4D97-AF65-F5344CB8AC3E}">
        <p14:creationId xmlns:p14="http://schemas.microsoft.com/office/powerpoint/2010/main" val="38565909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1E0ADE0A-0058-F840-B5C2-8007274D77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7854" y="855547"/>
            <a:ext cx="10326658" cy="1000685"/>
          </a:xfrm>
        </p:spPr>
        <p:txBody>
          <a:bodyPr anchor="t"/>
          <a:lstStyle>
            <a:lvl1pPr>
              <a:defRPr sz="34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88A8D42-146D-E24F-BAAC-E035BD58A1AC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627854" y="2037935"/>
            <a:ext cx="10957594" cy="4081404"/>
          </a:xfrm>
        </p:spPr>
        <p:txBody>
          <a:bodyPr/>
          <a:lstStyle>
            <a:lvl1pPr marL="270000" indent="-27000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AU" sz="2100" smtClean="0">
                <a:effectLst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</a:t>
            </a:r>
            <a:endParaRPr lang="en-AU" dirty="0">
              <a:effectLst/>
              <a:latin typeface="Helvetica" pitchFamily="2" charset="0"/>
            </a:endParaRPr>
          </a:p>
        </p:txBody>
      </p:sp>
      <p:sp>
        <p:nvSpPr>
          <p:cNvPr id="10" name="Round Same Side Corner Rectangle 9">
            <a:extLst>
              <a:ext uri="{FF2B5EF4-FFF2-40B4-BE49-F238E27FC236}">
                <a16:creationId xmlns:a16="http://schemas.microsoft.com/office/drawing/2014/main" id="{4A774342-138D-214F-B8E9-2E36E1B2BF69}"/>
              </a:ext>
            </a:extLst>
          </p:cNvPr>
          <p:cNvSpPr/>
          <p:nvPr userDrawn="1"/>
        </p:nvSpPr>
        <p:spPr>
          <a:xfrm rot="16200000">
            <a:off x="5998464" y="481584"/>
            <a:ext cx="469392" cy="11917680"/>
          </a:xfrm>
          <a:prstGeom prst="round2SameRect">
            <a:avLst>
              <a:gd name="adj1" fmla="val 43334"/>
              <a:gd name="adj2" fmla="val 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2541CA3-E603-F740-905B-12EF2357A8E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73078" y="6287426"/>
            <a:ext cx="658649" cy="280276"/>
          </a:xfrm>
          <a:prstGeom prst="rect">
            <a:avLst/>
          </a:prstGeom>
        </p:spPr>
      </p:pic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60767ADF-03F7-5546-BD4C-A8933766B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63093" y="6255097"/>
            <a:ext cx="5402187" cy="365125"/>
          </a:xfrm>
        </p:spPr>
        <p:txBody>
          <a:bodyPr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Footer content here</a:t>
            </a:r>
          </a:p>
        </p:txBody>
      </p:sp>
    </p:spTree>
    <p:extLst>
      <p:ext uri="{BB962C8B-B14F-4D97-AF65-F5344CB8AC3E}">
        <p14:creationId xmlns:p14="http://schemas.microsoft.com/office/powerpoint/2010/main" val="29692087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1E0ADE0A-0058-F840-B5C2-8007274D77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7854" y="855547"/>
            <a:ext cx="5955826" cy="1000685"/>
          </a:xfrm>
        </p:spPr>
        <p:txBody>
          <a:bodyPr anchor="t"/>
          <a:lstStyle>
            <a:lvl1pPr>
              <a:defRPr sz="34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88A8D42-146D-E24F-BAAC-E035BD58A1AC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627854" y="1859310"/>
            <a:ext cx="5955826" cy="408140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AU" sz="1800" smtClean="0">
                <a:effectLst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</a:t>
            </a:r>
            <a:endParaRPr lang="en-AU" dirty="0">
              <a:effectLst/>
              <a:latin typeface="Helvetica" pitchFamily="2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2C88E77-BEE2-DA40-B2E6-05EFC6AAE6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83680" y="899160"/>
            <a:ext cx="4706112" cy="470611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2ADC96F-C448-614E-8174-1B06105B44A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36150" y="3323714"/>
            <a:ext cx="3142674" cy="2674750"/>
          </a:xfrm>
          <a:prstGeom prst="rect">
            <a:avLst/>
          </a:prstGeom>
        </p:spPr>
      </p:pic>
      <p:sp>
        <p:nvSpPr>
          <p:cNvPr id="15" name="Subtitle 2">
            <a:extLst>
              <a:ext uri="{FF2B5EF4-FFF2-40B4-BE49-F238E27FC236}">
                <a16:creationId xmlns:a16="http://schemas.microsoft.com/office/drawing/2014/main" id="{CC64E7DA-3A4C-884E-AED2-88F8EF2D508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916168" y="3730752"/>
            <a:ext cx="2596896" cy="1929384"/>
          </a:xfrm>
        </p:spPr>
        <p:txBody>
          <a:bodyPr anchor="ctr"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Insert quote here</a:t>
            </a:r>
          </a:p>
        </p:txBody>
      </p:sp>
      <p:sp>
        <p:nvSpPr>
          <p:cNvPr id="11" name="Round Same Side Corner Rectangle 10">
            <a:extLst>
              <a:ext uri="{FF2B5EF4-FFF2-40B4-BE49-F238E27FC236}">
                <a16:creationId xmlns:a16="http://schemas.microsoft.com/office/drawing/2014/main" id="{49D9A90A-FF31-AE4E-9330-E3C22A2AD184}"/>
              </a:ext>
            </a:extLst>
          </p:cNvPr>
          <p:cNvSpPr/>
          <p:nvPr userDrawn="1"/>
        </p:nvSpPr>
        <p:spPr>
          <a:xfrm rot="16200000">
            <a:off x="5998464" y="481584"/>
            <a:ext cx="469392" cy="11917680"/>
          </a:xfrm>
          <a:prstGeom prst="round2SameRect">
            <a:avLst>
              <a:gd name="adj1" fmla="val 43334"/>
              <a:gd name="adj2" fmla="val 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6D80189-2331-1C4E-BA26-E680ECE4277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73078" y="6287426"/>
            <a:ext cx="658649" cy="280276"/>
          </a:xfrm>
          <a:prstGeom prst="rect">
            <a:avLst/>
          </a:prstGeom>
        </p:spPr>
      </p:pic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8C599299-D890-1844-BA86-F332213E1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63093" y="6255097"/>
            <a:ext cx="5402187" cy="365125"/>
          </a:xfrm>
        </p:spPr>
        <p:txBody>
          <a:bodyPr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Footer content here</a:t>
            </a:r>
          </a:p>
        </p:txBody>
      </p:sp>
    </p:spTree>
    <p:extLst>
      <p:ext uri="{BB962C8B-B14F-4D97-AF65-F5344CB8AC3E}">
        <p14:creationId xmlns:p14="http://schemas.microsoft.com/office/powerpoint/2010/main" val="38235359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1E0ADE0A-0058-F840-B5C2-8007274D77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7854" y="855547"/>
            <a:ext cx="5955826" cy="1000685"/>
          </a:xfrm>
        </p:spPr>
        <p:txBody>
          <a:bodyPr anchor="t"/>
          <a:lstStyle>
            <a:lvl1pPr>
              <a:defRPr sz="34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88A8D42-146D-E24F-BAAC-E035BD58A1AC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627854" y="1859310"/>
            <a:ext cx="5955826" cy="4081404"/>
          </a:xfrm>
        </p:spPr>
        <p:txBody>
          <a:bodyPr/>
          <a:lstStyle>
            <a:lvl1pPr marL="252000" indent="-252000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Font typeface="Arial" panose="020B0604020202020204" pitchFamily="34" charset="0"/>
              <a:buChar char="•"/>
              <a:defRPr lang="en-AU" sz="2000" smtClean="0">
                <a:effectLst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</a:t>
            </a:r>
            <a:endParaRPr lang="en-AU" dirty="0">
              <a:effectLst/>
              <a:latin typeface="Helvetica" pitchFamily="2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D4B0225-642E-1945-A72C-FDE0EA1156AB}"/>
              </a:ext>
            </a:extLst>
          </p:cNvPr>
          <p:cNvSpPr/>
          <p:nvPr userDrawn="1"/>
        </p:nvSpPr>
        <p:spPr>
          <a:xfrm>
            <a:off x="6745065" y="902525"/>
            <a:ext cx="4544568" cy="4544568"/>
          </a:xfrm>
          <a:prstGeom prst="ellipse">
            <a:avLst/>
          </a:prstGeom>
          <a:solidFill>
            <a:schemeClr val="accent1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440F22F-9302-9242-AE23-805D6B33CACA}"/>
              </a:ext>
            </a:extLst>
          </p:cNvPr>
          <p:cNvSpPr/>
          <p:nvPr userDrawn="1"/>
        </p:nvSpPr>
        <p:spPr>
          <a:xfrm>
            <a:off x="6745065" y="1412776"/>
            <a:ext cx="4544568" cy="4544568"/>
          </a:xfrm>
          <a:prstGeom prst="ellipse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CC64E7DA-3A4C-884E-AED2-88F8EF2D508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735566" y="1413164"/>
            <a:ext cx="4545992" cy="3610098"/>
          </a:xfr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Insert quote here</a:t>
            </a:r>
          </a:p>
        </p:txBody>
      </p:sp>
      <p:sp>
        <p:nvSpPr>
          <p:cNvPr id="11" name="Round Same Side Corner Rectangle 10">
            <a:extLst>
              <a:ext uri="{FF2B5EF4-FFF2-40B4-BE49-F238E27FC236}">
                <a16:creationId xmlns:a16="http://schemas.microsoft.com/office/drawing/2014/main" id="{A0DD5607-CC42-0F4C-82B1-A03EEA5D0258}"/>
              </a:ext>
            </a:extLst>
          </p:cNvPr>
          <p:cNvSpPr/>
          <p:nvPr userDrawn="1"/>
        </p:nvSpPr>
        <p:spPr>
          <a:xfrm rot="16200000">
            <a:off x="5998464" y="481584"/>
            <a:ext cx="469392" cy="11917680"/>
          </a:xfrm>
          <a:prstGeom prst="round2SameRect">
            <a:avLst>
              <a:gd name="adj1" fmla="val 43334"/>
              <a:gd name="adj2" fmla="val 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4D3A423-2EB0-2E4E-9089-32AC046E369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73078" y="6287426"/>
            <a:ext cx="658649" cy="280276"/>
          </a:xfrm>
          <a:prstGeom prst="rect">
            <a:avLst/>
          </a:prstGeom>
        </p:spPr>
      </p:pic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840F2D6F-D9AD-3E4A-B7F5-5C7FA6FD3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63093" y="6255097"/>
            <a:ext cx="5402187" cy="365125"/>
          </a:xfrm>
        </p:spPr>
        <p:txBody>
          <a:bodyPr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Footer content here</a:t>
            </a:r>
          </a:p>
        </p:txBody>
      </p:sp>
    </p:spTree>
    <p:extLst>
      <p:ext uri="{BB962C8B-B14F-4D97-AF65-F5344CB8AC3E}">
        <p14:creationId xmlns:p14="http://schemas.microsoft.com/office/powerpoint/2010/main" val="30185080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7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1E0ADE0A-0058-F840-B5C2-8007274D77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7854" y="855547"/>
            <a:ext cx="7272562" cy="735509"/>
          </a:xfrm>
        </p:spPr>
        <p:txBody>
          <a:bodyPr anchor="t"/>
          <a:lstStyle>
            <a:lvl1pPr>
              <a:defRPr sz="34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88A8D42-146D-E24F-BAAC-E035BD58A1AC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627854" y="1591056"/>
            <a:ext cx="3441226" cy="4517136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lang="en-AU" sz="1500" smtClean="0">
                <a:effectLst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</a:t>
            </a:r>
            <a:endParaRPr lang="en-AU" dirty="0">
              <a:effectLst/>
              <a:latin typeface="Helvetica" pitchFamily="2" charset="0"/>
            </a:endParaRP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9E7939EE-90DA-F744-AA9C-873317A84CE9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191787" y="1591056"/>
            <a:ext cx="3699485" cy="4517136"/>
          </a:xfrm>
          <a:noFill/>
        </p:spPr>
        <p:txBody>
          <a:bodyPr/>
          <a:lstStyle>
            <a:lvl1pPr marL="180000" indent="-18000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Char char="•"/>
              <a:defRPr lang="en-AU" sz="1500" smtClean="0">
                <a:effectLst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r>
              <a:rPr lang="en-US" dirty="0"/>
              <a:t>Click to edit Master</a:t>
            </a:r>
            <a:endParaRPr lang="en-AU" dirty="0">
              <a:effectLst/>
              <a:latin typeface="Helvetica" pitchFamily="2" charset="0"/>
            </a:endParaRP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6DC36813-81EB-FF44-80A5-9DB5E58FE53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110727" y="886968"/>
            <a:ext cx="3355849" cy="5047487"/>
          </a:xfrm>
        </p:spPr>
        <p:txBody>
          <a:bodyPr/>
          <a:lstStyle>
            <a:lvl1pPr>
              <a:defRPr sz="15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0" name="Round Same Side Corner Rectangle 9">
            <a:extLst>
              <a:ext uri="{FF2B5EF4-FFF2-40B4-BE49-F238E27FC236}">
                <a16:creationId xmlns:a16="http://schemas.microsoft.com/office/drawing/2014/main" id="{2C11886D-89B2-504E-B4A9-DA5CC32B9661}"/>
              </a:ext>
            </a:extLst>
          </p:cNvPr>
          <p:cNvSpPr/>
          <p:nvPr userDrawn="1"/>
        </p:nvSpPr>
        <p:spPr>
          <a:xfrm rot="16200000">
            <a:off x="5998464" y="481584"/>
            <a:ext cx="469392" cy="11917680"/>
          </a:xfrm>
          <a:prstGeom prst="round2SameRect">
            <a:avLst>
              <a:gd name="adj1" fmla="val 43334"/>
              <a:gd name="adj2" fmla="val 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5328C8C-815F-0F4E-A7EF-48E988A830D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73078" y="6287426"/>
            <a:ext cx="658649" cy="280276"/>
          </a:xfrm>
          <a:prstGeom prst="rect">
            <a:avLst/>
          </a:prstGeom>
        </p:spPr>
      </p:pic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47EACF17-2650-D543-9001-515AC3676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63093" y="6255097"/>
            <a:ext cx="5402187" cy="365125"/>
          </a:xfrm>
        </p:spPr>
        <p:txBody>
          <a:bodyPr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Footer content here</a:t>
            </a:r>
          </a:p>
        </p:txBody>
      </p:sp>
    </p:spTree>
    <p:extLst>
      <p:ext uri="{BB962C8B-B14F-4D97-AF65-F5344CB8AC3E}">
        <p14:creationId xmlns:p14="http://schemas.microsoft.com/office/powerpoint/2010/main" val="24677350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2426673" y="1687163"/>
            <a:ext cx="7813113" cy="2387600"/>
          </a:xfr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ts val="5200"/>
              </a:lnSpc>
              <a:tabLst>
                <a:tab pos="1262063" algn="l"/>
                <a:tab pos="1865313" algn="l"/>
              </a:tabLst>
              <a:defRPr sz="5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		Master </a:t>
            </a:r>
            <a:br>
              <a:rPr lang="en-US" dirty="0"/>
            </a:br>
            <a:r>
              <a:rPr lang="en-US" dirty="0"/>
              <a:t>	title style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/>
          </p:nvPr>
        </p:nvSpPr>
        <p:spPr>
          <a:xfrm>
            <a:off x="4180594" y="4504643"/>
            <a:ext cx="3424213" cy="865150"/>
          </a:xfrm>
        </p:spPr>
        <p:txBody>
          <a:bodyPr lIns="0" tIns="0" rIns="0" bIns="0" anchor="t" anchorCtr="0">
            <a:noAutofit/>
          </a:bodyPr>
          <a:lstStyle>
            <a:lvl1pPr marL="0" indent="0" algn="l">
              <a:buNone/>
              <a:defRPr sz="1500">
                <a:solidFill>
                  <a:schemeClr val="tx1"/>
                </a:solidFill>
              </a:defRPr>
            </a:lvl1pPr>
            <a:lvl2pPr marL="457177" indent="0" algn="ctr">
              <a:buNone/>
              <a:defRPr sz="2000"/>
            </a:lvl2pPr>
            <a:lvl3pPr marL="914355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3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7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grpSp>
        <p:nvGrpSpPr>
          <p:cNvPr id="41" name="Group 40"/>
          <p:cNvGrpSpPr/>
          <p:nvPr userDrawn="1"/>
        </p:nvGrpSpPr>
        <p:grpSpPr>
          <a:xfrm>
            <a:off x="1050561" y="5221567"/>
            <a:ext cx="698037" cy="697992"/>
            <a:chOff x="25626365" y="3145536"/>
            <a:chExt cx="7199313" cy="7199313"/>
          </a:xfrm>
        </p:grpSpPr>
        <p:sp>
          <p:nvSpPr>
            <p:cNvPr id="39" name="AutoShape 1"/>
            <p:cNvSpPr>
              <a:spLocks/>
            </p:cNvSpPr>
            <p:nvPr userDrawn="1"/>
          </p:nvSpPr>
          <p:spPr bwMode="auto">
            <a:xfrm>
              <a:off x="25626365" y="3145536"/>
              <a:ext cx="7199313" cy="7199313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  <a:moveTo>
                    <a:pt x="0" y="21600"/>
                  </a:moveTo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lIns="0" tIns="0" rIns="0" bIns="0"/>
            <a:lstStyle/>
            <a:p>
              <a:endParaRPr lang="en-US" sz="900"/>
            </a:p>
          </p:txBody>
        </p:sp>
        <p:sp>
          <p:nvSpPr>
            <p:cNvPr id="40" name="AutoShape 2"/>
            <p:cNvSpPr>
              <a:spLocks/>
            </p:cNvSpPr>
            <p:nvPr userDrawn="1"/>
          </p:nvSpPr>
          <p:spPr bwMode="auto">
            <a:xfrm>
              <a:off x="26921765" y="4466336"/>
              <a:ext cx="4748213" cy="4540250"/>
            </a:xfrm>
            <a:custGeom>
              <a:avLst/>
              <a:gdLst/>
              <a:ahLst/>
              <a:cxnLst/>
              <a:rect l="0" t="0" r="r" b="b"/>
              <a:pathLst>
                <a:path w="21600" h="21458">
                  <a:moveTo>
                    <a:pt x="16952" y="15509"/>
                  </a:moveTo>
                  <a:lnTo>
                    <a:pt x="21600" y="10680"/>
                  </a:lnTo>
                  <a:lnTo>
                    <a:pt x="20270" y="9299"/>
                  </a:lnTo>
                  <a:lnTo>
                    <a:pt x="15965" y="13772"/>
                  </a:lnTo>
                  <a:lnTo>
                    <a:pt x="14953" y="12721"/>
                  </a:lnTo>
                  <a:lnTo>
                    <a:pt x="13624" y="14101"/>
                  </a:lnTo>
                  <a:lnTo>
                    <a:pt x="14978" y="15509"/>
                  </a:lnTo>
                  <a:cubicBezTo>
                    <a:pt x="15523" y="16075"/>
                    <a:pt x="16407" y="16075"/>
                    <a:pt x="16952" y="15509"/>
                  </a:cubicBezTo>
                  <a:moveTo>
                    <a:pt x="19010" y="6901"/>
                  </a:moveTo>
                  <a:lnTo>
                    <a:pt x="20782" y="5059"/>
                  </a:lnTo>
                  <a:lnTo>
                    <a:pt x="19010" y="3217"/>
                  </a:lnTo>
                  <a:lnTo>
                    <a:pt x="18177" y="4082"/>
                  </a:lnTo>
                  <a:lnTo>
                    <a:pt x="13753" y="4082"/>
                  </a:lnTo>
                  <a:lnTo>
                    <a:pt x="12920" y="3217"/>
                  </a:lnTo>
                  <a:lnTo>
                    <a:pt x="11148" y="5059"/>
                  </a:lnTo>
                  <a:lnTo>
                    <a:pt x="12920" y="6901"/>
                  </a:lnTo>
                  <a:lnTo>
                    <a:pt x="13753" y="6036"/>
                  </a:lnTo>
                  <a:lnTo>
                    <a:pt x="15025" y="6036"/>
                  </a:lnTo>
                  <a:lnTo>
                    <a:pt x="15025" y="8650"/>
                  </a:lnTo>
                  <a:cubicBezTo>
                    <a:pt x="15602" y="8295"/>
                    <a:pt x="16328" y="8294"/>
                    <a:pt x="16905" y="8650"/>
                  </a:cubicBezTo>
                  <a:lnTo>
                    <a:pt x="16905" y="6036"/>
                  </a:lnTo>
                  <a:lnTo>
                    <a:pt x="18177" y="6036"/>
                  </a:lnTo>
                  <a:cubicBezTo>
                    <a:pt x="18177" y="6036"/>
                    <a:pt x="19010" y="6901"/>
                    <a:pt x="19010" y="6901"/>
                  </a:cubicBezTo>
                  <a:close/>
                  <a:moveTo>
                    <a:pt x="15965" y="3684"/>
                  </a:moveTo>
                  <a:lnTo>
                    <a:pt x="17738" y="1843"/>
                  </a:lnTo>
                  <a:lnTo>
                    <a:pt x="15965" y="0"/>
                  </a:lnTo>
                  <a:lnTo>
                    <a:pt x="14192" y="1843"/>
                  </a:lnTo>
                  <a:cubicBezTo>
                    <a:pt x="14192" y="1843"/>
                    <a:pt x="15965" y="3684"/>
                    <a:pt x="15965" y="3684"/>
                  </a:cubicBezTo>
                  <a:close/>
                  <a:moveTo>
                    <a:pt x="11660" y="9299"/>
                  </a:moveTo>
                  <a:lnTo>
                    <a:pt x="10331" y="10680"/>
                  </a:lnTo>
                  <a:lnTo>
                    <a:pt x="11660" y="12061"/>
                  </a:lnTo>
                  <a:lnTo>
                    <a:pt x="12989" y="10680"/>
                  </a:lnTo>
                  <a:cubicBezTo>
                    <a:pt x="12989" y="10680"/>
                    <a:pt x="11660" y="9299"/>
                    <a:pt x="11660" y="9299"/>
                  </a:cubicBezTo>
                  <a:close/>
                  <a:moveTo>
                    <a:pt x="8282" y="17567"/>
                  </a:moveTo>
                  <a:cubicBezTo>
                    <a:pt x="8282" y="15877"/>
                    <a:pt x="7291" y="14733"/>
                    <a:pt x="5701" y="14733"/>
                  </a:cubicBezTo>
                  <a:lnTo>
                    <a:pt x="122" y="14733"/>
                  </a:lnTo>
                  <a:lnTo>
                    <a:pt x="122" y="16550"/>
                  </a:lnTo>
                  <a:lnTo>
                    <a:pt x="5676" y="16550"/>
                  </a:lnTo>
                  <a:cubicBezTo>
                    <a:pt x="6324" y="16550"/>
                    <a:pt x="6728" y="16944"/>
                    <a:pt x="6728" y="17567"/>
                  </a:cubicBezTo>
                  <a:cubicBezTo>
                    <a:pt x="6728" y="18202"/>
                    <a:pt x="6324" y="18583"/>
                    <a:pt x="5676" y="18583"/>
                  </a:cubicBezTo>
                  <a:lnTo>
                    <a:pt x="122" y="18583"/>
                  </a:lnTo>
                  <a:lnTo>
                    <a:pt x="122" y="20401"/>
                  </a:lnTo>
                  <a:lnTo>
                    <a:pt x="5701" y="20401"/>
                  </a:lnTo>
                  <a:cubicBezTo>
                    <a:pt x="7291" y="20401"/>
                    <a:pt x="8282" y="19257"/>
                    <a:pt x="8282" y="17567"/>
                  </a:cubicBezTo>
                  <a:moveTo>
                    <a:pt x="8282" y="3811"/>
                  </a:moveTo>
                  <a:cubicBezTo>
                    <a:pt x="8282" y="2032"/>
                    <a:pt x="7242" y="1015"/>
                    <a:pt x="5762" y="1015"/>
                  </a:cubicBezTo>
                  <a:cubicBezTo>
                    <a:pt x="4282" y="1015"/>
                    <a:pt x="3768" y="2006"/>
                    <a:pt x="3389" y="3049"/>
                  </a:cubicBezTo>
                  <a:lnTo>
                    <a:pt x="3009" y="4091"/>
                  </a:lnTo>
                  <a:cubicBezTo>
                    <a:pt x="2801" y="4663"/>
                    <a:pt x="2447" y="4764"/>
                    <a:pt x="2214" y="4764"/>
                  </a:cubicBezTo>
                  <a:cubicBezTo>
                    <a:pt x="1774" y="4764"/>
                    <a:pt x="1443" y="4434"/>
                    <a:pt x="1443" y="3849"/>
                  </a:cubicBezTo>
                  <a:cubicBezTo>
                    <a:pt x="1443" y="3277"/>
                    <a:pt x="1811" y="2896"/>
                    <a:pt x="2385" y="2896"/>
                  </a:cubicBezTo>
                  <a:lnTo>
                    <a:pt x="2606" y="2896"/>
                  </a:lnTo>
                  <a:lnTo>
                    <a:pt x="2606" y="1193"/>
                  </a:lnTo>
                  <a:lnTo>
                    <a:pt x="2422" y="1193"/>
                  </a:lnTo>
                  <a:cubicBezTo>
                    <a:pt x="930" y="1193"/>
                    <a:pt x="0" y="2261"/>
                    <a:pt x="0" y="3849"/>
                  </a:cubicBezTo>
                  <a:cubicBezTo>
                    <a:pt x="0" y="5514"/>
                    <a:pt x="1101" y="6480"/>
                    <a:pt x="2324" y="6480"/>
                  </a:cubicBezTo>
                  <a:cubicBezTo>
                    <a:pt x="3499" y="6480"/>
                    <a:pt x="4196" y="5845"/>
                    <a:pt x="4636" y="4637"/>
                  </a:cubicBezTo>
                  <a:lnTo>
                    <a:pt x="5065" y="3468"/>
                  </a:lnTo>
                  <a:cubicBezTo>
                    <a:pt x="5260" y="2947"/>
                    <a:pt x="5529" y="2743"/>
                    <a:pt x="5933" y="2743"/>
                  </a:cubicBezTo>
                  <a:cubicBezTo>
                    <a:pt x="6496" y="2743"/>
                    <a:pt x="6826" y="3125"/>
                    <a:pt x="6826" y="3811"/>
                  </a:cubicBezTo>
                  <a:cubicBezTo>
                    <a:pt x="6826" y="4497"/>
                    <a:pt x="6520" y="4917"/>
                    <a:pt x="5872" y="4917"/>
                  </a:cubicBezTo>
                  <a:lnTo>
                    <a:pt x="5578" y="4917"/>
                  </a:lnTo>
                  <a:lnTo>
                    <a:pt x="5578" y="6633"/>
                  </a:lnTo>
                  <a:lnTo>
                    <a:pt x="5860" y="6633"/>
                  </a:lnTo>
                  <a:cubicBezTo>
                    <a:pt x="7352" y="6633"/>
                    <a:pt x="8282" y="5438"/>
                    <a:pt x="8282" y="3811"/>
                  </a:cubicBezTo>
                  <a:moveTo>
                    <a:pt x="1676" y="7753"/>
                  </a:moveTo>
                  <a:lnTo>
                    <a:pt x="122" y="7753"/>
                  </a:lnTo>
                  <a:lnTo>
                    <a:pt x="122" y="13129"/>
                  </a:lnTo>
                  <a:lnTo>
                    <a:pt x="1676" y="13129"/>
                  </a:lnTo>
                  <a:lnTo>
                    <a:pt x="1676" y="11350"/>
                  </a:lnTo>
                  <a:lnTo>
                    <a:pt x="8159" y="11350"/>
                  </a:lnTo>
                  <a:lnTo>
                    <a:pt x="8159" y="9533"/>
                  </a:lnTo>
                  <a:lnTo>
                    <a:pt x="1676" y="9533"/>
                  </a:lnTo>
                  <a:cubicBezTo>
                    <a:pt x="1676" y="9533"/>
                    <a:pt x="1676" y="7753"/>
                    <a:pt x="1676" y="7753"/>
                  </a:cubicBezTo>
                  <a:close/>
                  <a:moveTo>
                    <a:pt x="14978" y="9273"/>
                  </a:moveTo>
                  <a:lnTo>
                    <a:pt x="10331" y="14101"/>
                  </a:lnTo>
                  <a:lnTo>
                    <a:pt x="11660" y="15483"/>
                  </a:lnTo>
                  <a:lnTo>
                    <a:pt x="15965" y="11009"/>
                  </a:lnTo>
                  <a:lnTo>
                    <a:pt x="16978" y="12061"/>
                  </a:lnTo>
                  <a:lnTo>
                    <a:pt x="18307" y="10680"/>
                  </a:lnTo>
                  <a:lnTo>
                    <a:pt x="16952" y="9273"/>
                  </a:lnTo>
                  <a:cubicBezTo>
                    <a:pt x="16407" y="8707"/>
                    <a:pt x="15523" y="8707"/>
                    <a:pt x="14978" y="9273"/>
                  </a:cubicBezTo>
                  <a:moveTo>
                    <a:pt x="12294" y="15483"/>
                  </a:moveTo>
                  <a:lnTo>
                    <a:pt x="10964" y="16864"/>
                  </a:lnTo>
                  <a:lnTo>
                    <a:pt x="12319" y="18271"/>
                  </a:lnTo>
                  <a:cubicBezTo>
                    <a:pt x="12864" y="18838"/>
                    <a:pt x="13748" y="18838"/>
                    <a:pt x="14293" y="18271"/>
                  </a:cubicBezTo>
                  <a:lnTo>
                    <a:pt x="15648" y="16863"/>
                  </a:lnTo>
                  <a:lnTo>
                    <a:pt x="14319" y="15483"/>
                  </a:lnTo>
                  <a:lnTo>
                    <a:pt x="13307" y="16534"/>
                  </a:lnTo>
                  <a:cubicBezTo>
                    <a:pt x="13307" y="16534"/>
                    <a:pt x="12294" y="15483"/>
                    <a:pt x="12294" y="15483"/>
                  </a:cubicBezTo>
                  <a:close/>
                  <a:moveTo>
                    <a:pt x="14953" y="18245"/>
                  </a:moveTo>
                  <a:lnTo>
                    <a:pt x="13623" y="19626"/>
                  </a:lnTo>
                  <a:lnTo>
                    <a:pt x="14978" y="21033"/>
                  </a:lnTo>
                  <a:cubicBezTo>
                    <a:pt x="15523" y="21600"/>
                    <a:pt x="16407" y="21600"/>
                    <a:pt x="16952" y="21033"/>
                  </a:cubicBezTo>
                  <a:lnTo>
                    <a:pt x="18307" y="19626"/>
                  </a:lnTo>
                  <a:lnTo>
                    <a:pt x="16978" y="18245"/>
                  </a:lnTo>
                  <a:lnTo>
                    <a:pt x="15965" y="19296"/>
                  </a:lnTo>
                  <a:cubicBezTo>
                    <a:pt x="15965" y="19296"/>
                    <a:pt x="14953" y="18245"/>
                    <a:pt x="14953" y="18245"/>
                  </a:cubicBezTo>
                  <a:close/>
                  <a:moveTo>
                    <a:pt x="20271" y="15483"/>
                  </a:moveTo>
                  <a:lnTo>
                    <a:pt x="21600" y="14101"/>
                  </a:lnTo>
                  <a:lnTo>
                    <a:pt x="20270" y="12720"/>
                  </a:lnTo>
                  <a:lnTo>
                    <a:pt x="18941" y="14101"/>
                  </a:lnTo>
                  <a:cubicBezTo>
                    <a:pt x="18941" y="14101"/>
                    <a:pt x="20271" y="15483"/>
                    <a:pt x="20271" y="15483"/>
                  </a:cubicBezTo>
                  <a:close/>
                  <a:moveTo>
                    <a:pt x="17637" y="18271"/>
                  </a:moveTo>
                  <a:cubicBezTo>
                    <a:pt x="18182" y="18838"/>
                    <a:pt x="19066" y="18838"/>
                    <a:pt x="19612" y="18271"/>
                  </a:cubicBezTo>
                  <a:lnTo>
                    <a:pt x="20966" y="16864"/>
                  </a:lnTo>
                  <a:lnTo>
                    <a:pt x="19636" y="15483"/>
                  </a:lnTo>
                  <a:lnTo>
                    <a:pt x="18624" y="16534"/>
                  </a:lnTo>
                  <a:lnTo>
                    <a:pt x="17611" y="15483"/>
                  </a:lnTo>
                  <a:lnTo>
                    <a:pt x="16282" y="16863"/>
                  </a:lnTo>
                  <a:cubicBezTo>
                    <a:pt x="16282" y="16863"/>
                    <a:pt x="17637" y="18271"/>
                    <a:pt x="17637" y="18271"/>
                  </a:cubicBezTo>
                  <a:close/>
                  <a:moveTo>
                    <a:pt x="17637" y="18271"/>
                  </a:move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lIns="0" tIns="0" rIns="0" bIns="0"/>
            <a:lstStyle/>
            <a:p>
              <a:endParaRPr lang="en-US" sz="900"/>
            </a:p>
          </p:txBody>
        </p:sp>
      </p:grpSp>
      <p:grpSp>
        <p:nvGrpSpPr>
          <p:cNvPr id="47" name="Group 46"/>
          <p:cNvGrpSpPr/>
          <p:nvPr userDrawn="1"/>
        </p:nvGrpSpPr>
        <p:grpSpPr>
          <a:xfrm>
            <a:off x="882707" y="993948"/>
            <a:ext cx="10833012" cy="4869657"/>
            <a:chOff x="1765300" y="1981200"/>
            <a:chExt cx="21664613" cy="9739313"/>
          </a:xfrm>
        </p:grpSpPr>
        <p:sp>
          <p:nvSpPr>
            <p:cNvPr id="48" name="AutoShape 1"/>
            <p:cNvSpPr>
              <a:spLocks/>
            </p:cNvSpPr>
            <p:nvPr/>
          </p:nvSpPr>
          <p:spPr bwMode="auto">
            <a:xfrm>
              <a:off x="1765300" y="1981200"/>
              <a:ext cx="430213" cy="430213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10800" y="0"/>
                  </a:moveTo>
                  <a:cubicBezTo>
                    <a:pt x="16765" y="0"/>
                    <a:pt x="21600" y="4836"/>
                    <a:pt x="21600" y="10799"/>
                  </a:cubicBezTo>
                  <a:cubicBezTo>
                    <a:pt x="21600" y="16764"/>
                    <a:pt x="16765" y="21600"/>
                    <a:pt x="10800" y="21600"/>
                  </a:cubicBezTo>
                  <a:cubicBezTo>
                    <a:pt x="4835" y="21600"/>
                    <a:pt x="0" y="16764"/>
                    <a:pt x="0" y="10799"/>
                  </a:cubicBezTo>
                  <a:cubicBezTo>
                    <a:pt x="0" y="4836"/>
                    <a:pt x="4835" y="0"/>
                    <a:pt x="10800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 sz="900"/>
            </a:p>
          </p:txBody>
        </p:sp>
        <p:sp>
          <p:nvSpPr>
            <p:cNvPr id="49" name="AutoShape 2"/>
            <p:cNvSpPr>
              <a:spLocks/>
            </p:cNvSpPr>
            <p:nvPr/>
          </p:nvSpPr>
          <p:spPr bwMode="auto">
            <a:xfrm>
              <a:off x="2197100" y="8191500"/>
              <a:ext cx="430213" cy="430213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10800" y="0"/>
                  </a:moveTo>
                  <a:cubicBezTo>
                    <a:pt x="16765" y="0"/>
                    <a:pt x="21600" y="4836"/>
                    <a:pt x="21600" y="10799"/>
                  </a:cubicBezTo>
                  <a:cubicBezTo>
                    <a:pt x="21600" y="16764"/>
                    <a:pt x="16765" y="21600"/>
                    <a:pt x="10800" y="21600"/>
                  </a:cubicBezTo>
                  <a:cubicBezTo>
                    <a:pt x="4834" y="21600"/>
                    <a:pt x="0" y="16764"/>
                    <a:pt x="0" y="10799"/>
                  </a:cubicBezTo>
                  <a:cubicBezTo>
                    <a:pt x="0" y="4836"/>
                    <a:pt x="4834" y="0"/>
                    <a:pt x="10800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 sz="900"/>
            </a:p>
          </p:txBody>
        </p:sp>
        <p:sp>
          <p:nvSpPr>
            <p:cNvPr id="50" name="AutoShape 3"/>
            <p:cNvSpPr>
              <a:spLocks/>
            </p:cNvSpPr>
            <p:nvPr/>
          </p:nvSpPr>
          <p:spPr bwMode="auto">
            <a:xfrm>
              <a:off x="4330700" y="1981200"/>
              <a:ext cx="430213" cy="430213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21600" y="10800"/>
                  </a:moveTo>
                  <a:lnTo>
                    <a:pt x="0" y="0"/>
                  </a:lnTo>
                  <a:lnTo>
                    <a:pt x="0" y="21600"/>
                  </a:lnTo>
                  <a:cubicBezTo>
                    <a:pt x="0" y="21600"/>
                    <a:pt x="21600" y="10800"/>
                    <a:pt x="21600" y="10800"/>
                  </a:cubicBezTo>
                  <a:close/>
                  <a:moveTo>
                    <a:pt x="21600" y="10800"/>
                  </a:moveTo>
                </a:path>
              </a:pathLst>
            </a:custGeom>
            <a:solidFill>
              <a:srgbClr val="FF2305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 sz="900"/>
            </a:p>
          </p:txBody>
        </p:sp>
        <p:sp>
          <p:nvSpPr>
            <p:cNvPr id="51" name="AutoShape 4"/>
            <p:cNvSpPr>
              <a:spLocks/>
            </p:cNvSpPr>
            <p:nvPr/>
          </p:nvSpPr>
          <p:spPr bwMode="auto">
            <a:xfrm>
              <a:off x="4330700" y="5092700"/>
              <a:ext cx="430213" cy="430213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21600" y="21600"/>
                  </a:moveTo>
                  <a:lnTo>
                    <a:pt x="0" y="21600"/>
                  </a:lnTo>
                  <a:lnTo>
                    <a:pt x="0" y="0"/>
                  </a:lnTo>
                  <a:lnTo>
                    <a:pt x="21600" y="0"/>
                  </a:lnTo>
                  <a:cubicBezTo>
                    <a:pt x="21600" y="0"/>
                    <a:pt x="21600" y="21600"/>
                    <a:pt x="21600" y="21600"/>
                  </a:cubicBezTo>
                  <a:close/>
                  <a:moveTo>
                    <a:pt x="21600" y="21600"/>
                  </a:move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 sz="900"/>
            </a:p>
          </p:txBody>
        </p:sp>
        <p:sp>
          <p:nvSpPr>
            <p:cNvPr id="52" name="AutoShape 5"/>
            <p:cNvSpPr>
              <a:spLocks/>
            </p:cNvSpPr>
            <p:nvPr/>
          </p:nvSpPr>
          <p:spPr bwMode="auto">
            <a:xfrm>
              <a:off x="4330700" y="8191500"/>
              <a:ext cx="430213" cy="430213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21600" y="10800"/>
                  </a:moveTo>
                  <a:lnTo>
                    <a:pt x="0" y="0"/>
                  </a:lnTo>
                  <a:lnTo>
                    <a:pt x="0" y="21600"/>
                  </a:lnTo>
                  <a:cubicBezTo>
                    <a:pt x="0" y="21600"/>
                    <a:pt x="21600" y="10800"/>
                    <a:pt x="21600" y="10800"/>
                  </a:cubicBezTo>
                  <a:close/>
                  <a:moveTo>
                    <a:pt x="21600" y="10800"/>
                  </a:moveTo>
                </a:path>
              </a:pathLst>
            </a:custGeom>
            <a:solidFill>
              <a:srgbClr val="FF2305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 sz="900"/>
            </a:p>
          </p:txBody>
        </p:sp>
        <p:sp>
          <p:nvSpPr>
            <p:cNvPr id="53" name="AutoShape 6"/>
            <p:cNvSpPr>
              <a:spLocks/>
            </p:cNvSpPr>
            <p:nvPr/>
          </p:nvSpPr>
          <p:spPr bwMode="auto">
            <a:xfrm>
              <a:off x="4330700" y="11290300"/>
              <a:ext cx="430213" cy="430213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10800" y="0"/>
                  </a:moveTo>
                  <a:cubicBezTo>
                    <a:pt x="16765" y="0"/>
                    <a:pt x="21600" y="4836"/>
                    <a:pt x="21600" y="10799"/>
                  </a:cubicBezTo>
                  <a:cubicBezTo>
                    <a:pt x="21600" y="16764"/>
                    <a:pt x="16765" y="21600"/>
                    <a:pt x="10800" y="21600"/>
                  </a:cubicBezTo>
                  <a:cubicBezTo>
                    <a:pt x="4835" y="21600"/>
                    <a:pt x="0" y="16764"/>
                    <a:pt x="0" y="10799"/>
                  </a:cubicBezTo>
                  <a:cubicBezTo>
                    <a:pt x="0" y="4836"/>
                    <a:pt x="4835" y="0"/>
                    <a:pt x="10800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 sz="900"/>
            </a:p>
          </p:txBody>
        </p:sp>
        <p:sp>
          <p:nvSpPr>
            <p:cNvPr id="54" name="AutoShape 7"/>
            <p:cNvSpPr>
              <a:spLocks/>
            </p:cNvSpPr>
            <p:nvPr/>
          </p:nvSpPr>
          <p:spPr bwMode="auto">
            <a:xfrm>
              <a:off x="9842500" y="1981200"/>
              <a:ext cx="430213" cy="430213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21600" y="21600"/>
                  </a:moveTo>
                  <a:lnTo>
                    <a:pt x="0" y="21600"/>
                  </a:lnTo>
                  <a:lnTo>
                    <a:pt x="0" y="0"/>
                  </a:lnTo>
                  <a:lnTo>
                    <a:pt x="21600" y="0"/>
                  </a:lnTo>
                  <a:cubicBezTo>
                    <a:pt x="21600" y="0"/>
                    <a:pt x="21600" y="21600"/>
                    <a:pt x="21600" y="21600"/>
                  </a:cubicBezTo>
                  <a:close/>
                  <a:moveTo>
                    <a:pt x="21600" y="21600"/>
                  </a:moveTo>
                </a:path>
              </a:pathLst>
            </a:custGeom>
            <a:solidFill>
              <a:srgbClr val="FF2305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 sz="900"/>
            </a:p>
          </p:txBody>
        </p:sp>
        <p:sp>
          <p:nvSpPr>
            <p:cNvPr id="55" name="AutoShape 8"/>
            <p:cNvSpPr>
              <a:spLocks/>
            </p:cNvSpPr>
            <p:nvPr/>
          </p:nvSpPr>
          <p:spPr bwMode="auto">
            <a:xfrm>
              <a:off x="15544800" y="8191500"/>
              <a:ext cx="430213" cy="430213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21600" y="10800"/>
                  </a:moveTo>
                  <a:lnTo>
                    <a:pt x="0" y="0"/>
                  </a:lnTo>
                  <a:lnTo>
                    <a:pt x="0" y="21600"/>
                  </a:lnTo>
                  <a:cubicBezTo>
                    <a:pt x="0" y="21600"/>
                    <a:pt x="21600" y="10800"/>
                    <a:pt x="21600" y="10800"/>
                  </a:cubicBezTo>
                  <a:close/>
                  <a:moveTo>
                    <a:pt x="21600" y="10800"/>
                  </a:moveTo>
                </a:path>
              </a:pathLst>
            </a:custGeom>
            <a:solidFill>
              <a:srgbClr val="FF2305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 sz="900"/>
            </a:p>
          </p:txBody>
        </p:sp>
        <p:sp>
          <p:nvSpPr>
            <p:cNvPr id="56" name="AutoShape 9"/>
            <p:cNvSpPr>
              <a:spLocks/>
            </p:cNvSpPr>
            <p:nvPr/>
          </p:nvSpPr>
          <p:spPr bwMode="auto">
            <a:xfrm>
              <a:off x="14655800" y="11290300"/>
              <a:ext cx="430213" cy="430213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21600" y="10800"/>
                  </a:moveTo>
                  <a:lnTo>
                    <a:pt x="0" y="0"/>
                  </a:lnTo>
                  <a:lnTo>
                    <a:pt x="0" y="21600"/>
                  </a:lnTo>
                  <a:cubicBezTo>
                    <a:pt x="0" y="21600"/>
                    <a:pt x="21600" y="10800"/>
                    <a:pt x="21600" y="10800"/>
                  </a:cubicBezTo>
                  <a:close/>
                  <a:moveTo>
                    <a:pt x="21600" y="10800"/>
                  </a:moveTo>
                </a:path>
              </a:pathLst>
            </a:custGeom>
            <a:solidFill>
              <a:srgbClr val="FF2305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 sz="900"/>
            </a:p>
          </p:txBody>
        </p:sp>
        <p:sp>
          <p:nvSpPr>
            <p:cNvPr id="57" name="AutoShape 10"/>
            <p:cNvSpPr>
              <a:spLocks/>
            </p:cNvSpPr>
            <p:nvPr/>
          </p:nvSpPr>
          <p:spPr bwMode="auto">
            <a:xfrm>
              <a:off x="15519400" y="1981200"/>
              <a:ext cx="430213" cy="430213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21600" y="10800"/>
                  </a:moveTo>
                  <a:lnTo>
                    <a:pt x="0" y="0"/>
                  </a:lnTo>
                  <a:lnTo>
                    <a:pt x="0" y="21600"/>
                  </a:lnTo>
                  <a:cubicBezTo>
                    <a:pt x="0" y="21600"/>
                    <a:pt x="21600" y="10800"/>
                    <a:pt x="21600" y="10800"/>
                  </a:cubicBezTo>
                  <a:close/>
                  <a:moveTo>
                    <a:pt x="21600" y="10800"/>
                  </a:moveTo>
                </a:path>
              </a:pathLst>
            </a:custGeom>
            <a:solidFill>
              <a:srgbClr val="FF2305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 sz="900"/>
            </a:p>
          </p:txBody>
        </p:sp>
        <p:sp>
          <p:nvSpPr>
            <p:cNvPr id="58" name="AutoShape 11"/>
            <p:cNvSpPr>
              <a:spLocks/>
            </p:cNvSpPr>
            <p:nvPr/>
          </p:nvSpPr>
          <p:spPr bwMode="auto">
            <a:xfrm>
              <a:off x="15354300" y="5092700"/>
              <a:ext cx="430213" cy="430213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21600" y="10800"/>
                  </a:moveTo>
                  <a:lnTo>
                    <a:pt x="0" y="0"/>
                  </a:lnTo>
                  <a:lnTo>
                    <a:pt x="0" y="21600"/>
                  </a:lnTo>
                  <a:cubicBezTo>
                    <a:pt x="0" y="21600"/>
                    <a:pt x="21600" y="10800"/>
                    <a:pt x="21600" y="10800"/>
                  </a:cubicBezTo>
                  <a:close/>
                  <a:moveTo>
                    <a:pt x="21600" y="10800"/>
                  </a:moveTo>
                </a:path>
              </a:pathLst>
            </a:custGeom>
            <a:solidFill>
              <a:srgbClr val="FF2305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 sz="900"/>
            </a:p>
          </p:txBody>
        </p:sp>
        <p:sp>
          <p:nvSpPr>
            <p:cNvPr id="68" name="AutoShape 21"/>
            <p:cNvSpPr>
              <a:spLocks/>
            </p:cNvSpPr>
            <p:nvPr/>
          </p:nvSpPr>
          <p:spPr bwMode="auto">
            <a:xfrm>
              <a:off x="21742400" y="11290300"/>
              <a:ext cx="430213" cy="430213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10800" y="0"/>
                  </a:moveTo>
                  <a:cubicBezTo>
                    <a:pt x="16765" y="0"/>
                    <a:pt x="21600" y="4836"/>
                    <a:pt x="21600" y="10799"/>
                  </a:cubicBezTo>
                  <a:cubicBezTo>
                    <a:pt x="21600" y="16764"/>
                    <a:pt x="16765" y="21600"/>
                    <a:pt x="10800" y="21600"/>
                  </a:cubicBezTo>
                  <a:cubicBezTo>
                    <a:pt x="4835" y="21600"/>
                    <a:pt x="0" y="16764"/>
                    <a:pt x="0" y="10799"/>
                  </a:cubicBezTo>
                  <a:cubicBezTo>
                    <a:pt x="0" y="4836"/>
                    <a:pt x="4835" y="0"/>
                    <a:pt x="10800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 sz="900"/>
            </a:p>
          </p:txBody>
        </p:sp>
        <p:sp>
          <p:nvSpPr>
            <p:cNvPr id="69" name="AutoShape 22"/>
            <p:cNvSpPr>
              <a:spLocks/>
            </p:cNvSpPr>
            <p:nvPr/>
          </p:nvSpPr>
          <p:spPr bwMode="auto">
            <a:xfrm>
              <a:off x="17322800" y="1981200"/>
              <a:ext cx="430213" cy="430213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21600" y="21600"/>
                  </a:moveTo>
                  <a:lnTo>
                    <a:pt x="0" y="21600"/>
                  </a:lnTo>
                  <a:lnTo>
                    <a:pt x="0" y="0"/>
                  </a:lnTo>
                  <a:lnTo>
                    <a:pt x="21600" y="0"/>
                  </a:lnTo>
                  <a:cubicBezTo>
                    <a:pt x="21600" y="0"/>
                    <a:pt x="21600" y="21600"/>
                    <a:pt x="21600" y="21600"/>
                  </a:cubicBezTo>
                  <a:close/>
                  <a:moveTo>
                    <a:pt x="21600" y="21600"/>
                  </a:move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 sz="900"/>
            </a:p>
          </p:txBody>
        </p:sp>
        <p:sp>
          <p:nvSpPr>
            <p:cNvPr id="70" name="AutoShape 23"/>
            <p:cNvSpPr>
              <a:spLocks/>
            </p:cNvSpPr>
            <p:nvPr/>
          </p:nvSpPr>
          <p:spPr bwMode="auto">
            <a:xfrm>
              <a:off x="15506700" y="5092700"/>
              <a:ext cx="430213" cy="430213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10800" y="0"/>
                  </a:moveTo>
                  <a:cubicBezTo>
                    <a:pt x="16765" y="0"/>
                    <a:pt x="21600" y="4836"/>
                    <a:pt x="21600" y="10799"/>
                  </a:cubicBezTo>
                  <a:cubicBezTo>
                    <a:pt x="21600" y="16764"/>
                    <a:pt x="16765" y="21600"/>
                    <a:pt x="10800" y="21600"/>
                  </a:cubicBezTo>
                  <a:cubicBezTo>
                    <a:pt x="4835" y="21600"/>
                    <a:pt x="0" y="16764"/>
                    <a:pt x="0" y="10799"/>
                  </a:cubicBezTo>
                  <a:cubicBezTo>
                    <a:pt x="0" y="4836"/>
                    <a:pt x="4835" y="0"/>
                    <a:pt x="10800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 sz="900"/>
            </a:p>
          </p:txBody>
        </p:sp>
        <p:sp>
          <p:nvSpPr>
            <p:cNvPr id="73" name="AutoShape 26"/>
            <p:cNvSpPr>
              <a:spLocks/>
            </p:cNvSpPr>
            <p:nvPr/>
          </p:nvSpPr>
          <p:spPr bwMode="auto">
            <a:xfrm>
              <a:off x="22479000" y="5092700"/>
              <a:ext cx="430213" cy="430213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10800" y="0"/>
                  </a:moveTo>
                  <a:cubicBezTo>
                    <a:pt x="16765" y="0"/>
                    <a:pt x="21600" y="4836"/>
                    <a:pt x="21600" y="10799"/>
                  </a:cubicBezTo>
                  <a:cubicBezTo>
                    <a:pt x="21600" y="16764"/>
                    <a:pt x="16765" y="21600"/>
                    <a:pt x="10800" y="21600"/>
                  </a:cubicBezTo>
                  <a:cubicBezTo>
                    <a:pt x="4835" y="21600"/>
                    <a:pt x="0" y="16764"/>
                    <a:pt x="0" y="10799"/>
                  </a:cubicBezTo>
                  <a:cubicBezTo>
                    <a:pt x="0" y="4836"/>
                    <a:pt x="4835" y="0"/>
                    <a:pt x="10800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 sz="900"/>
            </a:p>
          </p:txBody>
        </p:sp>
        <p:sp>
          <p:nvSpPr>
            <p:cNvPr id="74" name="AutoShape 27"/>
            <p:cNvSpPr>
              <a:spLocks/>
            </p:cNvSpPr>
            <p:nvPr/>
          </p:nvSpPr>
          <p:spPr bwMode="auto">
            <a:xfrm>
              <a:off x="17487900" y="8191500"/>
              <a:ext cx="430213" cy="430213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10800" y="0"/>
                  </a:moveTo>
                  <a:cubicBezTo>
                    <a:pt x="16765" y="0"/>
                    <a:pt x="21600" y="4836"/>
                    <a:pt x="21600" y="10799"/>
                  </a:cubicBezTo>
                  <a:cubicBezTo>
                    <a:pt x="21600" y="16764"/>
                    <a:pt x="16765" y="21600"/>
                    <a:pt x="10800" y="21600"/>
                  </a:cubicBezTo>
                  <a:cubicBezTo>
                    <a:pt x="4835" y="21600"/>
                    <a:pt x="0" y="16764"/>
                    <a:pt x="0" y="10799"/>
                  </a:cubicBezTo>
                  <a:cubicBezTo>
                    <a:pt x="0" y="4836"/>
                    <a:pt x="4835" y="0"/>
                    <a:pt x="10800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 sz="900"/>
            </a:p>
          </p:txBody>
        </p:sp>
        <p:sp>
          <p:nvSpPr>
            <p:cNvPr id="75" name="AutoShape 28"/>
            <p:cNvSpPr>
              <a:spLocks/>
            </p:cNvSpPr>
            <p:nvPr/>
          </p:nvSpPr>
          <p:spPr bwMode="auto">
            <a:xfrm>
              <a:off x="18148300" y="11290300"/>
              <a:ext cx="430213" cy="430213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21600" y="10800"/>
                  </a:moveTo>
                  <a:lnTo>
                    <a:pt x="0" y="0"/>
                  </a:lnTo>
                  <a:lnTo>
                    <a:pt x="0" y="21600"/>
                  </a:lnTo>
                  <a:cubicBezTo>
                    <a:pt x="0" y="21600"/>
                    <a:pt x="21600" y="10800"/>
                    <a:pt x="21600" y="10800"/>
                  </a:cubicBezTo>
                  <a:close/>
                  <a:moveTo>
                    <a:pt x="21600" y="10800"/>
                  </a:moveTo>
                </a:path>
              </a:pathLst>
            </a:custGeom>
            <a:solidFill>
              <a:srgbClr val="FF2305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 sz="900"/>
            </a:p>
          </p:txBody>
        </p:sp>
        <p:sp>
          <p:nvSpPr>
            <p:cNvPr id="76" name="AutoShape 29"/>
            <p:cNvSpPr>
              <a:spLocks/>
            </p:cNvSpPr>
            <p:nvPr/>
          </p:nvSpPr>
          <p:spPr bwMode="auto">
            <a:xfrm>
              <a:off x="22999700" y="11290300"/>
              <a:ext cx="430213" cy="430213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21600" y="21600"/>
                  </a:moveTo>
                  <a:lnTo>
                    <a:pt x="0" y="21600"/>
                  </a:lnTo>
                  <a:lnTo>
                    <a:pt x="0" y="0"/>
                  </a:lnTo>
                  <a:lnTo>
                    <a:pt x="21600" y="0"/>
                  </a:lnTo>
                  <a:cubicBezTo>
                    <a:pt x="21600" y="0"/>
                    <a:pt x="21600" y="21600"/>
                    <a:pt x="21600" y="21600"/>
                  </a:cubicBezTo>
                  <a:close/>
                  <a:moveTo>
                    <a:pt x="21600" y="21600"/>
                  </a:moveTo>
                </a:path>
              </a:pathLst>
            </a:custGeom>
            <a:solidFill>
              <a:srgbClr val="FF2305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 sz="900"/>
            </a:p>
          </p:txBody>
        </p:sp>
      </p:grpSp>
      <p:sp>
        <p:nvSpPr>
          <p:cNvPr id="27" name="Text Placeholder 42"/>
          <p:cNvSpPr>
            <a:spLocks noGrp="1"/>
          </p:cNvSpPr>
          <p:nvPr>
            <p:ph type="body" sz="quarter" idx="10" hasCustomPrompt="1"/>
          </p:nvPr>
        </p:nvSpPr>
        <p:spPr>
          <a:xfrm>
            <a:off x="10175655" y="6341888"/>
            <a:ext cx="1540064" cy="173299"/>
          </a:xfrm>
        </p:spPr>
        <p:txBody>
          <a:bodyPr lIns="0" tIns="0" rIns="0" bIns="0">
            <a:noAutofit/>
          </a:bodyPr>
          <a:lstStyle>
            <a:lvl1pPr marL="0" marR="0" indent="0" algn="l" defTabSz="695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700">
                <a:solidFill>
                  <a:schemeClr val="tx1"/>
                </a:solidFill>
              </a:defRPr>
            </a:lvl1pPr>
            <a:lvl2pPr>
              <a:defRPr sz="400">
                <a:solidFill>
                  <a:schemeClr val="bg1"/>
                </a:solidFill>
              </a:defRPr>
            </a:lvl2pPr>
            <a:lvl3pPr>
              <a:defRPr sz="400">
                <a:solidFill>
                  <a:schemeClr val="bg1"/>
                </a:solidFill>
              </a:defRPr>
            </a:lvl3pPr>
            <a:lvl4pPr>
              <a:defRPr sz="400">
                <a:solidFill>
                  <a:schemeClr val="bg1"/>
                </a:solidFill>
              </a:defRPr>
            </a:lvl4pPr>
            <a:lvl5pPr>
              <a:defRPr sz="400">
                <a:solidFill>
                  <a:schemeClr val="bg1"/>
                </a:solidFill>
              </a:defRPr>
            </a:lvl5pPr>
          </a:lstStyle>
          <a:p>
            <a:pPr marL="0" marR="0" lvl="0" indent="0" algn="l" defTabSz="695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UTS CRICOS Provider Code: 00099F</a:t>
            </a:r>
          </a:p>
        </p:txBody>
      </p:sp>
    </p:spTree>
    <p:extLst>
      <p:ext uri="{BB962C8B-B14F-4D97-AF65-F5344CB8AC3E}">
        <p14:creationId xmlns:p14="http://schemas.microsoft.com/office/powerpoint/2010/main" val="8659278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71063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98E1AB-6A0A-AC44-83B9-9FAC961E3C28}" type="datetimeFigureOut">
              <a:rPr lang="en-US" smtClean="0"/>
              <a:t>3/24/22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710636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51FA37-3D95-DD4F-A79E-5508DFB6D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805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4" r:id="rId2"/>
    <p:sldLayoutId id="2147483686" r:id="rId3"/>
    <p:sldLayoutId id="2147483707" r:id="rId4"/>
    <p:sldLayoutId id="2147483708" r:id="rId5"/>
    <p:sldLayoutId id="2147483685" r:id="rId6"/>
    <p:sldLayoutId id="2147483687" r:id="rId7"/>
    <p:sldLayoutId id="2147483688" r:id="rId8"/>
    <p:sldLayoutId id="2147483709" r:id="rId9"/>
    <p:sldLayoutId id="2147483710" r:id="rId10"/>
    <p:sldLayoutId id="2147483711" r:id="rId11"/>
    <p:sldLayoutId id="2147483712" r:id="rId12"/>
    <p:sldLayoutId id="2147483713" r:id="rId13"/>
    <p:sldLayoutId id="2147483714" r:id="rId14"/>
    <p:sldLayoutId id="2147483693" r:id="rId15"/>
    <p:sldLayoutId id="2147483699" r:id="rId16"/>
    <p:sldLayoutId id="2147483700" r:id="rId17"/>
    <p:sldLayoutId id="2147483702" r:id="rId18"/>
    <p:sldLayoutId id="2147483703" r:id="rId19"/>
    <p:sldLayoutId id="2147483704" r:id="rId20"/>
    <p:sldLayoutId id="2147483705" r:id="rId21"/>
    <p:sldLayoutId id="2147483706" r:id="rId22"/>
    <p:sldLayoutId id="2147483715" r:id="rId2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tif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27.svg"/><Relationship Id="rId4" Type="http://schemas.openxmlformats.org/officeDocument/2006/relationships/image" Target="../media/image2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5.tiff"/><Relationship Id="rId7" Type="http://schemas.openxmlformats.org/officeDocument/2006/relationships/image" Target="../media/image3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30.png"/><Relationship Id="rId5" Type="http://schemas.openxmlformats.org/officeDocument/2006/relationships/image" Target="../media/image29.svg"/><Relationship Id="rId4" Type="http://schemas.openxmlformats.org/officeDocument/2006/relationships/image" Target="../media/image28.png"/><Relationship Id="rId9" Type="http://schemas.openxmlformats.org/officeDocument/2006/relationships/image" Target="../media/image33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3" Type="http://schemas.openxmlformats.org/officeDocument/2006/relationships/chart" Target="../charts/chart1.xml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10" Type="http://schemas.openxmlformats.org/officeDocument/2006/relationships/image" Target="../media/image38.png"/><Relationship Id="rId4" Type="http://schemas.openxmlformats.org/officeDocument/2006/relationships/chart" Target="../charts/chart2.xml"/><Relationship Id="rId9" Type="http://schemas.openxmlformats.org/officeDocument/2006/relationships/image" Target="../media/image25.tif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tiff"/><Relationship Id="rId7" Type="http://schemas.openxmlformats.org/officeDocument/2006/relationships/image" Target="../media/image35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38.png"/><Relationship Id="rId5" Type="http://schemas.openxmlformats.org/officeDocument/2006/relationships/image" Target="../media/image40.svg"/><Relationship Id="rId4" Type="http://schemas.openxmlformats.org/officeDocument/2006/relationships/image" Target="../media/image3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tif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4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tif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tif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tif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48.svg"/><Relationship Id="rId4" Type="http://schemas.openxmlformats.org/officeDocument/2006/relationships/image" Target="../media/image4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4597" y="1527288"/>
            <a:ext cx="11198462" cy="1213711"/>
          </a:xfrm>
        </p:spPr>
        <p:txBody>
          <a:bodyPr/>
          <a:lstStyle/>
          <a:p>
            <a:pPr algn="ctr">
              <a:lnSpc>
                <a:spcPct val="200000"/>
              </a:lnSpc>
              <a:tabLst>
                <a:tab pos="621507" algn="l"/>
                <a:tab pos="1865313" algn="l"/>
              </a:tabLst>
            </a:pPr>
            <a:r>
              <a:rPr lang="en-US" sz="3200" b="1" dirty="0">
                <a:latin typeface="Century Gothic" panose="020B0502020202020204" pitchFamily="34" charset="0"/>
                <a:cs typeface="Calibri" panose="020F0502020204030204" pitchFamily="34" charset="0"/>
              </a:rPr>
              <a:t>Applications of Wearable Technology in Tennis</a:t>
            </a:r>
            <a:endParaRPr lang="en-US" sz="3200" dirty="0">
              <a:latin typeface="Century Gothic" panose="020B050202020202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33135" y="2790429"/>
            <a:ext cx="9279924" cy="2817341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Century Gothic" panose="020B0502020202020204" pitchFamily="34" charset="0"/>
              </a:rPr>
              <a:t>Thomas Perri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Century Gothic" panose="020B0502020202020204" pitchFamily="34" charset="0"/>
              </a:rPr>
              <a:t>Research Fellow - University of Technology Sydney and Tennis Australia</a:t>
            </a:r>
          </a:p>
          <a:p>
            <a:pPr>
              <a:lnSpc>
                <a:spcPct val="150000"/>
              </a:lnSpc>
            </a:pPr>
            <a:endParaRPr lang="en-US" sz="1800" dirty="0">
              <a:latin typeface="Century Gothic" panose="020B0502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latin typeface="Century Gothic" panose="020B0502020202020204" pitchFamily="34" charset="0"/>
              </a:rPr>
              <a:t>Presented to Tennis Australia Performance on March 24, 2022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Century Gothic" panose="020B0502020202020204" pitchFamily="34" charset="0"/>
              </a:rPr>
              <a:t>Supervisors – Professor Rob Duffield, Associate Professor Machar Reid, Dr Alistair Murphy</a:t>
            </a:r>
          </a:p>
          <a:p>
            <a:pPr>
              <a:lnSpc>
                <a:spcPct val="150000"/>
              </a:lnSpc>
            </a:pPr>
            <a:endParaRPr lang="en-US" sz="1200" dirty="0">
              <a:latin typeface="Century Gothic" panose="020B0502020202020204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4750C30-F50A-8B4B-8EE0-D093CE2C31DC}"/>
              </a:ext>
            </a:extLst>
          </p:cNvPr>
          <p:cNvGrpSpPr/>
          <p:nvPr/>
        </p:nvGrpSpPr>
        <p:grpSpPr>
          <a:xfrm>
            <a:off x="9815249" y="5441777"/>
            <a:ext cx="720811" cy="699102"/>
            <a:chOff x="1056627" y="5924120"/>
            <a:chExt cx="720811" cy="699102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937C836-BB17-9C49-9E6C-53EAC0DE454A}"/>
                </a:ext>
              </a:extLst>
            </p:cNvPr>
            <p:cNvSpPr/>
            <p:nvPr/>
          </p:nvSpPr>
          <p:spPr>
            <a:xfrm>
              <a:off x="1056627" y="5924120"/>
              <a:ext cx="685676" cy="699102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E5BB18EC-078D-6546-98CB-983F202CA1C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82860" y="5973550"/>
              <a:ext cx="694578" cy="53570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707764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5C11A-C80E-3E4B-B07F-C2A11A5D9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203" y="238042"/>
            <a:ext cx="10326658" cy="1000685"/>
          </a:xfrm>
        </p:spPr>
        <p:txBody>
          <a:bodyPr/>
          <a:lstStyle/>
          <a:p>
            <a:r>
              <a:rPr lang="en-US" dirty="0">
                <a:latin typeface="Century Gothic" panose="020B0502020202020204" pitchFamily="34" charset="0"/>
              </a:rPr>
              <a:t>PhD Study Aims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DEC859-CE23-9A47-BCC1-F76F842486A2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359763" y="1388298"/>
            <a:ext cx="11362545" cy="4630944"/>
          </a:xfrm>
        </p:spPr>
        <p:txBody>
          <a:bodyPr/>
          <a:lstStyle/>
          <a:p>
            <a:pPr marL="342900" lvl="0" indent="-342900">
              <a:lnSpc>
                <a:spcPct val="200000"/>
              </a:lnSpc>
              <a:buFont typeface="+mj-lt"/>
              <a:buAutoNum type="arabicPeriod"/>
            </a:pPr>
            <a:r>
              <a:rPr lang="en-AU" sz="1800" dirty="0">
                <a:latin typeface="Century Gothic" panose="020B0502020202020204" pitchFamily="34" charset="0"/>
              </a:rPr>
              <a:t>Validate a prototype algorithm from wearable technology for automatic stroke event detection</a:t>
            </a:r>
          </a:p>
          <a:p>
            <a:pPr marL="5301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AU" sz="1700" dirty="0">
                <a:latin typeface="Century Gothic" panose="020B0502020202020204" pitchFamily="34" charset="0"/>
              </a:rPr>
              <a:t>Manually code and categorise 5349 strokes</a:t>
            </a:r>
          </a:p>
          <a:p>
            <a:pPr marL="5301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AU" sz="600" dirty="0">
              <a:latin typeface="Century Gothic" panose="020B0502020202020204" pitchFamily="34" charset="0"/>
            </a:endParaRPr>
          </a:p>
          <a:p>
            <a:pPr marL="342900" lvl="0" indent="-342900">
              <a:lnSpc>
                <a:spcPct val="200000"/>
              </a:lnSpc>
              <a:buFont typeface="+mj-lt"/>
              <a:buAutoNum type="arabicPeriod"/>
            </a:pPr>
            <a:r>
              <a:rPr lang="en-AU" sz="1800" dirty="0">
                <a:latin typeface="Century Gothic" panose="020B0502020202020204" pitchFamily="34" charset="0"/>
              </a:rPr>
              <a:t>Analyse stroke and movement Player Load profiles during match-play contexts</a:t>
            </a:r>
          </a:p>
          <a:p>
            <a:pPr marL="5301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AU" sz="1700" dirty="0">
                <a:latin typeface="Century Gothic" panose="020B0502020202020204" pitchFamily="34" charset="0"/>
              </a:rPr>
              <a:t>Compare between court surface and winning vs. losing</a:t>
            </a:r>
          </a:p>
          <a:p>
            <a:pPr marL="5301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AU" sz="600" dirty="0">
              <a:latin typeface="Century Gothic" panose="020B0502020202020204" pitchFamily="34" charset="0"/>
            </a:endParaRPr>
          </a:p>
          <a:p>
            <a:pPr marL="342900" lvl="0" indent="-342900">
              <a:lnSpc>
                <a:spcPct val="200000"/>
              </a:lnSpc>
              <a:buFont typeface="+mj-lt"/>
              <a:buAutoNum type="arabicPeriod"/>
            </a:pPr>
            <a:r>
              <a:rPr lang="en-AU" sz="1800" dirty="0">
                <a:latin typeface="Century Gothic" panose="020B0502020202020204" pitchFamily="34" charset="0"/>
              </a:rPr>
              <a:t>Compare stroke and movement Player Load profiles in common tennis training drills</a:t>
            </a:r>
          </a:p>
          <a:p>
            <a:pPr marL="5301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AU" sz="1600" dirty="0">
                <a:latin typeface="Century Gothic" panose="020B0502020202020204" pitchFamily="34" charset="0"/>
              </a:rPr>
              <a:t>Compare between eight common training drill categories</a:t>
            </a:r>
          </a:p>
          <a:p>
            <a:pPr marL="530100" lvl="1" indent="-342900">
              <a:lnSpc>
                <a:spcPct val="200000"/>
              </a:lnSpc>
              <a:buFont typeface="+mj-lt"/>
              <a:buAutoNum type="arabicPeriod"/>
            </a:pPr>
            <a:endParaRPr lang="en-AU" sz="1700" dirty="0">
              <a:latin typeface="Century Gothic" panose="020B0502020202020204" pitchFamily="34" charset="0"/>
            </a:endParaRPr>
          </a:p>
          <a:p>
            <a:pPr lvl="1">
              <a:lnSpc>
                <a:spcPct val="200000"/>
              </a:lnSpc>
            </a:pPr>
            <a:endParaRPr lang="en-AU" sz="1800" dirty="0">
              <a:latin typeface="Century Gothic" panose="020B0502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1F7DF5A-DA31-BC47-A697-C4AE32BE5B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9855" y="6255097"/>
            <a:ext cx="647132" cy="365125"/>
          </a:xfrm>
          <a:prstGeom prst="rect">
            <a:avLst/>
          </a:prstGeom>
        </p:spPr>
      </p:pic>
      <p:pic>
        <p:nvPicPr>
          <p:cNvPr id="6" name="Graphic 5" descr="Bullseye with solid fill">
            <a:extLst>
              <a:ext uri="{FF2B5EF4-FFF2-40B4-BE49-F238E27FC236}">
                <a16:creationId xmlns:a16="http://schemas.microsoft.com/office/drawing/2014/main" id="{2E443F95-FC3A-A64F-88F1-A2D127096E8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88833" y="88471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8940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5C11A-C80E-3E4B-B07F-C2A11A5D9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854" y="247673"/>
            <a:ext cx="10326658" cy="1000685"/>
          </a:xfrm>
        </p:spPr>
        <p:txBody>
          <a:bodyPr/>
          <a:lstStyle/>
          <a:p>
            <a:r>
              <a:rPr lang="en-US" dirty="0">
                <a:latin typeface="Century Gothic" panose="020B0502020202020204" pitchFamily="34" charset="0"/>
              </a:rPr>
              <a:t>PhD Study Findings - Validation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DEC859-CE23-9A47-BCC1-F76F842486A2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220081" y="1121576"/>
            <a:ext cx="4019163" cy="4870981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AU" sz="1400" b="1" dirty="0">
                <a:latin typeface="Century Gothic" panose="020B0502020202020204" pitchFamily="34" charset="0"/>
              </a:rPr>
              <a:t>Match-level</a:t>
            </a:r>
          </a:p>
          <a:p>
            <a:pPr>
              <a:lnSpc>
                <a:spcPct val="150000"/>
              </a:lnSpc>
            </a:pPr>
            <a:r>
              <a:rPr lang="en-AU" sz="1400" u="sng" dirty="0">
                <a:latin typeface="Century Gothic" panose="020B0502020202020204" pitchFamily="34" charset="0"/>
              </a:rPr>
              <a:t>No Significant Differences </a:t>
            </a:r>
          </a:p>
          <a:p>
            <a:pPr lvl="1">
              <a:lnSpc>
                <a:spcPct val="150000"/>
              </a:lnSpc>
            </a:pPr>
            <a:r>
              <a:rPr lang="en-AU" sz="1300" dirty="0">
                <a:latin typeface="Century Gothic" panose="020B0502020202020204" pitchFamily="34" charset="0"/>
              </a:rPr>
              <a:t>Total strokes</a:t>
            </a:r>
          </a:p>
          <a:p>
            <a:pPr lvl="1">
              <a:lnSpc>
                <a:spcPct val="150000"/>
              </a:lnSpc>
            </a:pPr>
            <a:r>
              <a:rPr lang="en-AU" sz="1300" dirty="0">
                <a:latin typeface="Century Gothic" panose="020B0502020202020204" pitchFamily="34" charset="0"/>
              </a:rPr>
              <a:t>Forehands</a:t>
            </a:r>
          </a:p>
          <a:p>
            <a:pPr lvl="1">
              <a:lnSpc>
                <a:spcPct val="150000"/>
              </a:lnSpc>
            </a:pPr>
            <a:r>
              <a:rPr lang="en-AU" sz="1300" dirty="0">
                <a:latin typeface="Century Gothic" panose="020B0502020202020204" pitchFamily="34" charset="0"/>
              </a:rPr>
              <a:t>Backhands</a:t>
            </a:r>
          </a:p>
          <a:p>
            <a:pPr lvl="1">
              <a:lnSpc>
                <a:spcPct val="150000"/>
              </a:lnSpc>
            </a:pPr>
            <a:r>
              <a:rPr lang="en-AU" sz="1300" dirty="0">
                <a:latin typeface="Century Gothic" panose="020B0502020202020204" pitchFamily="34" charset="0"/>
              </a:rPr>
              <a:t>Serves</a:t>
            </a:r>
          </a:p>
          <a:p>
            <a:pPr>
              <a:lnSpc>
                <a:spcPct val="150000"/>
              </a:lnSpc>
            </a:pPr>
            <a:endParaRPr lang="en-AU" sz="1400" dirty="0">
              <a:latin typeface="Century Gothic" panose="020B0502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F1C8631-5DF5-1C4E-AA50-8B9B4391CE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9855" y="6255097"/>
            <a:ext cx="647132" cy="365125"/>
          </a:xfrm>
          <a:prstGeom prst="rect">
            <a:avLst/>
          </a:prstGeom>
        </p:spPr>
      </p:pic>
      <p:pic>
        <p:nvPicPr>
          <p:cNvPr id="7" name="Graphic 6" descr="Tick with solid fill">
            <a:extLst>
              <a:ext uri="{FF2B5EF4-FFF2-40B4-BE49-F238E27FC236}">
                <a16:creationId xmlns:a16="http://schemas.microsoft.com/office/drawing/2014/main" id="{8A8F50DB-3B2E-2B49-9BCB-5DCBC21736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29662" y="2006600"/>
            <a:ext cx="914400" cy="914400"/>
          </a:xfrm>
          <a:prstGeom prst="rect">
            <a:avLst/>
          </a:prstGeom>
        </p:spPr>
      </p:pic>
      <p:pic>
        <p:nvPicPr>
          <p:cNvPr id="12" name="Graphic 11" descr="Badge Tick with solid fill">
            <a:extLst>
              <a:ext uri="{FF2B5EF4-FFF2-40B4-BE49-F238E27FC236}">
                <a16:creationId xmlns:a16="http://schemas.microsoft.com/office/drawing/2014/main" id="{396DE3E1-BF5A-CE42-BD8A-1DDB389A701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6992" y="3679242"/>
            <a:ext cx="914400" cy="9144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A13431B-11EE-EA4B-A490-FC499064F44D}"/>
              </a:ext>
            </a:extLst>
          </p:cNvPr>
          <p:cNvSpPr txBox="1"/>
          <p:nvPr/>
        </p:nvSpPr>
        <p:spPr>
          <a:xfrm>
            <a:off x="1043769" y="4067709"/>
            <a:ext cx="291137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50" u="sng" dirty="0">
                <a:latin typeface="Century Gothic" panose="020B0502020202020204" pitchFamily="34" charset="0"/>
              </a:rPr>
              <a:t>Acceptable for use in Study 4 and Study 5</a:t>
            </a:r>
          </a:p>
        </p:txBody>
      </p:sp>
      <p:pic>
        <p:nvPicPr>
          <p:cNvPr id="6" name="Graphic 5" descr="Traffic cone with solid fill">
            <a:extLst>
              <a:ext uri="{FF2B5EF4-FFF2-40B4-BE49-F238E27FC236}">
                <a16:creationId xmlns:a16="http://schemas.microsoft.com/office/drawing/2014/main" id="{4F0CA23F-B2C4-2146-9018-8D1AB94C06E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279076" y="1081384"/>
            <a:ext cx="914400" cy="914400"/>
          </a:xfrm>
          <a:prstGeom prst="rect">
            <a:avLst/>
          </a:prstGeom>
        </p:spPr>
      </p:pic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201B5A9A-3A80-3344-84FD-2F4CC6BB57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9697599"/>
              </p:ext>
            </p:extLst>
          </p:nvPr>
        </p:nvGraphicFramePr>
        <p:xfrm>
          <a:off x="4239244" y="1621842"/>
          <a:ext cx="3897699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5022">
                  <a:extLst>
                    <a:ext uri="{9D8B030D-6E8A-4147-A177-3AD203B41FA5}">
                      <a16:colId xmlns:a16="http://schemas.microsoft.com/office/drawing/2014/main" val="3823654987"/>
                    </a:ext>
                  </a:extLst>
                </a:gridCol>
                <a:gridCol w="2002677">
                  <a:extLst>
                    <a:ext uri="{9D8B030D-6E8A-4147-A177-3AD203B41FA5}">
                      <a16:colId xmlns:a16="http://schemas.microsoft.com/office/drawing/2014/main" val="3869762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sz="1200" dirty="0">
                          <a:latin typeface="Century Gothic" panose="020B0502020202020204" pitchFamily="34" charset="0"/>
                        </a:rPr>
                        <a:t>Forehand Stroke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200" dirty="0">
                          <a:latin typeface="Century Gothic" panose="020B0502020202020204" pitchFamily="34" charset="0"/>
                        </a:rPr>
                        <a:t>Accuracy (%)</a:t>
                      </a:r>
                    </a:p>
                    <a:p>
                      <a:pPr algn="ctr"/>
                      <a:r>
                        <a:rPr lang="en-AU" sz="1200" dirty="0">
                          <a:latin typeface="Century Gothic" panose="020B0502020202020204" pitchFamily="34" charset="0"/>
                        </a:rPr>
                        <a:t>(n)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98317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sz="1200" dirty="0">
                          <a:latin typeface="Century Gothic" panose="020B0502020202020204" pitchFamily="34" charset="0"/>
                        </a:rPr>
                        <a:t>FH drive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200" dirty="0">
                          <a:latin typeface="Century Gothic" panose="020B0502020202020204" pitchFamily="34" charset="0"/>
                        </a:rPr>
                        <a:t>94%</a:t>
                      </a:r>
                    </a:p>
                    <a:p>
                      <a:pPr algn="ctr"/>
                      <a:r>
                        <a:rPr lang="en-AU" sz="1200" dirty="0">
                          <a:latin typeface="Century Gothic" panose="020B0502020202020204" pitchFamily="34" charset="0"/>
                        </a:rPr>
                        <a:t>(n=1743)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64188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sz="1200" dirty="0">
                          <a:latin typeface="Century Gothic" panose="020B0502020202020204" pitchFamily="34" charset="0"/>
                        </a:rPr>
                        <a:t>FH end-range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200" dirty="0">
                          <a:latin typeface="Century Gothic" panose="020B0502020202020204" pitchFamily="34" charset="0"/>
                        </a:rPr>
                        <a:t>27%</a:t>
                      </a:r>
                    </a:p>
                    <a:p>
                      <a:pPr algn="ctr"/>
                      <a:r>
                        <a:rPr lang="en-AU" sz="1200" dirty="0">
                          <a:latin typeface="Century Gothic" panose="020B0502020202020204" pitchFamily="34" charset="0"/>
                        </a:rPr>
                        <a:t>(n=223)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10622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sz="1200" dirty="0">
                          <a:latin typeface="Century Gothic" panose="020B0502020202020204" pitchFamily="34" charset="0"/>
                        </a:rPr>
                        <a:t>FH slice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200" dirty="0">
                          <a:latin typeface="Century Gothic" panose="020B0502020202020204" pitchFamily="34" charset="0"/>
                        </a:rPr>
                        <a:t>22%</a:t>
                      </a:r>
                    </a:p>
                    <a:p>
                      <a:pPr algn="ctr"/>
                      <a:r>
                        <a:rPr lang="en-AU" sz="1200" dirty="0">
                          <a:latin typeface="Century Gothic" panose="020B0502020202020204" pitchFamily="34" charset="0"/>
                        </a:rPr>
                        <a:t>(n=73)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84518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sz="1200" dirty="0">
                          <a:latin typeface="Century Gothic" panose="020B0502020202020204" pitchFamily="34" charset="0"/>
                        </a:rPr>
                        <a:t>FH block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200" dirty="0">
                          <a:latin typeface="Century Gothic" panose="020B0502020202020204" pitchFamily="34" charset="0"/>
                        </a:rPr>
                        <a:t>20%</a:t>
                      </a:r>
                    </a:p>
                    <a:p>
                      <a:pPr algn="ctr"/>
                      <a:r>
                        <a:rPr lang="en-AU" sz="1200" dirty="0">
                          <a:latin typeface="Century Gothic" panose="020B0502020202020204" pitchFamily="34" charset="0"/>
                        </a:rPr>
                        <a:t>(n=5)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2606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sz="1200" dirty="0">
                          <a:latin typeface="Century Gothic" panose="020B0502020202020204" pitchFamily="34" charset="0"/>
                        </a:rPr>
                        <a:t>FH volley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200" dirty="0">
                          <a:latin typeface="Century Gothic" panose="020B0502020202020204" pitchFamily="34" charset="0"/>
                        </a:rPr>
                        <a:t>17%</a:t>
                      </a:r>
                    </a:p>
                    <a:p>
                      <a:pPr algn="ctr"/>
                      <a:r>
                        <a:rPr lang="en-AU" sz="1200" dirty="0">
                          <a:latin typeface="Century Gothic" panose="020B0502020202020204" pitchFamily="34" charset="0"/>
                        </a:rPr>
                        <a:t>(n=72)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25645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sz="1200" dirty="0">
                          <a:latin typeface="Century Gothic" panose="020B0502020202020204" pitchFamily="34" charset="0"/>
                        </a:rPr>
                        <a:t>FH shadow swing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200" dirty="0">
                          <a:latin typeface="Century Gothic" panose="020B0502020202020204" pitchFamily="34" charset="0"/>
                        </a:rPr>
                        <a:t>5%</a:t>
                      </a:r>
                    </a:p>
                    <a:p>
                      <a:pPr algn="ctr"/>
                      <a:r>
                        <a:rPr lang="en-AU" sz="1200" dirty="0">
                          <a:latin typeface="Century Gothic" panose="020B0502020202020204" pitchFamily="34" charset="0"/>
                        </a:rPr>
                        <a:t>(n=55)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18104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sz="1200" dirty="0">
                          <a:latin typeface="Century Gothic" panose="020B0502020202020204" pitchFamily="34" charset="0"/>
                        </a:rPr>
                        <a:t>FH dig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200" dirty="0">
                          <a:latin typeface="Century Gothic" panose="020B0502020202020204" pitchFamily="34" charset="0"/>
                        </a:rPr>
                        <a:t>0%</a:t>
                      </a:r>
                    </a:p>
                    <a:p>
                      <a:pPr algn="ctr"/>
                      <a:r>
                        <a:rPr lang="en-AU" sz="1200" dirty="0">
                          <a:latin typeface="Century Gothic" panose="020B0502020202020204" pitchFamily="34" charset="0"/>
                        </a:rPr>
                        <a:t>(n=3)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83538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sz="1200" dirty="0">
                          <a:latin typeface="Century Gothic" panose="020B0502020202020204" pitchFamily="34" charset="0"/>
                        </a:rPr>
                        <a:t>FH drop shot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200" dirty="0">
                          <a:latin typeface="Century Gothic" panose="020B0502020202020204" pitchFamily="34" charset="0"/>
                        </a:rPr>
                        <a:t>0%</a:t>
                      </a:r>
                    </a:p>
                    <a:p>
                      <a:pPr algn="ctr"/>
                      <a:r>
                        <a:rPr lang="en-AU" sz="1200" dirty="0">
                          <a:latin typeface="Century Gothic" panose="020B0502020202020204" pitchFamily="34" charset="0"/>
                        </a:rPr>
                        <a:t>(n=2)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2183337"/>
                  </a:ext>
                </a:extLst>
              </a:tr>
            </a:tbl>
          </a:graphicData>
        </a:graphic>
      </p:graphicFrame>
      <p:graphicFrame>
        <p:nvGraphicFramePr>
          <p:cNvPr id="14" name="Table 4">
            <a:extLst>
              <a:ext uri="{FF2B5EF4-FFF2-40B4-BE49-F238E27FC236}">
                <a16:creationId xmlns:a16="http://schemas.microsoft.com/office/drawing/2014/main" id="{66081918-3FDC-6F41-9783-039FB02486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981750"/>
              </p:ext>
            </p:extLst>
          </p:nvPr>
        </p:nvGraphicFramePr>
        <p:xfrm>
          <a:off x="8421044" y="2079042"/>
          <a:ext cx="3633266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9613">
                  <a:extLst>
                    <a:ext uri="{9D8B030D-6E8A-4147-A177-3AD203B41FA5}">
                      <a16:colId xmlns:a16="http://schemas.microsoft.com/office/drawing/2014/main" val="3823654987"/>
                    </a:ext>
                  </a:extLst>
                </a:gridCol>
                <a:gridCol w="2053653">
                  <a:extLst>
                    <a:ext uri="{9D8B030D-6E8A-4147-A177-3AD203B41FA5}">
                      <a16:colId xmlns:a16="http://schemas.microsoft.com/office/drawing/2014/main" val="3869762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sz="1200" dirty="0">
                          <a:latin typeface="Century Gothic" panose="020B0502020202020204" pitchFamily="34" charset="0"/>
                        </a:rPr>
                        <a:t>Backhand Stroke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200" dirty="0">
                          <a:latin typeface="Century Gothic" panose="020B0502020202020204" pitchFamily="34" charset="0"/>
                        </a:rPr>
                        <a:t>Accuracy (%)</a:t>
                      </a:r>
                    </a:p>
                    <a:p>
                      <a:pPr algn="ctr"/>
                      <a:r>
                        <a:rPr lang="en-AU" sz="1200" dirty="0">
                          <a:latin typeface="Century Gothic" panose="020B0502020202020204" pitchFamily="34" charset="0"/>
                        </a:rPr>
                        <a:t>(n)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98317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sz="1200" dirty="0">
                          <a:latin typeface="Century Gothic" panose="020B0502020202020204" pitchFamily="34" charset="0"/>
                        </a:rPr>
                        <a:t>BH drive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200" dirty="0">
                          <a:latin typeface="Century Gothic" panose="020B0502020202020204" pitchFamily="34" charset="0"/>
                        </a:rPr>
                        <a:t>86%</a:t>
                      </a:r>
                    </a:p>
                    <a:p>
                      <a:pPr algn="ctr"/>
                      <a:r>
                        <a:rPr lang="en-AU" sz="1200" dirty="0">
                          <a:latin typeface="Century Gothic" panose="020B0502020202020204" pitchFamily="34" charset="0"/>
                        </a:rPr>
                        <a:t>(n=1438)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64188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sz="1200" dirty="0">
                          <a:latin typeface="Century Gothic" panose="020B0502020202020204" pitchFamily="34" charset="0"/>
                        </a:rPr>
                        <a:t>BH slice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200" dirty="0">
                          <a:latin typeface="Century Gothic" panose="020B0502020202020204" pitchFamily="34" charset="0"/>
                        </a:rPr>
                        <a:t>35%</a:t>
                      </a:r>
                    </a:p>
                    <a:p>
                      <a:pPr algn="ctr"/>
                      <a:r>
                        <a:rPr lang="en-AU" sz="1200" dirty="0">
                          <a:latin typeface="Century Gothic" panose="020B0502020202020204" pitchFamily="34" charset="0"/>
                        </a:rPr>
                        <a:t>(n=214)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10622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sz="1200" dirty="0">
                          <a:latin typeface="Century Gothic" panose="020B0502020202020204" pitchFamily="34" charset="0"/>
                        </a:rPr>
                        <a:t>BH end range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200" dirty="0">
                          <a:latin typeface="Century Gothic" panose="020B0502020202020204" pitchFamily="34" charset="0"/>
                        </a:rPr>
                        <a:t>19%</a:t>
                      </a:r>
                    </a:p>
                    <a:p>
                      <a:pPr algn="ctr"/>
                      <a:r>
                        <a:rPr lang="en-AU" sz="1200" dirty="0">
                          <a:latin typeface="Century Gothic" panose="020B0502020202020204" pitchFamily="34" charset="0"/>
                        </a:rPr>
                        <a:t>(n=145)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84518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sz="1200" dirty="0">
                          <a:latin typeface="Century Gothic" panose="020B0502020202020204" pitchFamily="34" charset="0"/>
                        </a:rPr>
                        <a:t>BH dig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200" dirty="0">
                          <a:latin typeface="Century Gothic" panose="020B0502020202020204" pitchFamily="34" charset="0"/>
                        </a:rPr>
                        <a:t>17%</a:t>
                      </a:r>
                    </a:p>
                    <a:p>
                      <a:pPr algn="ctr"/>
                      <a:r>
                        <a:rPr lang="en-AU" sz="1200" dirty="0">
                          <a:latin typeface="Century Gothic" panose="020B0502020202020204" pitchFamily="34" charset="0"/>
                        </a:rPr>
                        <a:t>(n=6)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2606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sz="1200" dirty="0">
                          <a:latin typeface="Century Gothic" panose="020B0502020202020204" pitchFamily="34" charset="0"/>
                        </a:rPr>
                        <a:t>BH shadow swing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200" dirty="0">
                          <a:latin typeface="Century Gothic" panose="020B0502020202020204" pitchFamily="34" charset="0"/>
                        </a:rPr>
                        <a:t>9%</a:t>
                      </a:r>
                    </a:p>
                    <a:p>
                      <a:pPr algn="ctr"/>
                      <a:r>
                        <a:rPr lang="en-AU" sz="1200" dirty="0">
                          <a:latin typeface="Century Gothic" panose="020B0502020202020204" pitchFamily="34" charset="0"/>
                        </a:rPr>
                        <a:t>(n=91)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25645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sz="1200" dirty="0">
                          <a:latin typeface="Century Gothic" panose="020B0502020202020204" pitchFamily="34" charset="0"/>
                        </a:rPr>
                        <a:t>BH volley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200" dirty="0">
                          <a:latin typeface="Century Gothic" panose="020B0502020202020204" pitchFamily="34" charset="0"/>
                        </a:rPr>
                        <a:t>5%</a:t>
                      </a:r>
                    </a:p>
                    <a:p>
                      <a:pPr algn="ctr"/>
                      <a:r>
                        <a:rPr lang="en-AU" sz="1200" dirty="0">
                          <a:latin typeface="Century Gothic" panose="020B0502020202020204" pitchFamily="34" charset="0"/>
                        </a:rPr>
                        <a:t>(n=65)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18104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sz="1200" dirty="0">
                          <a:latin typeface="Century Gothic" panose="020B0502020202020204" pitchFamily="34" charset="0"/>
                        </a:rPr>
                        <a:t>BH block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200" dirty="0">
                          <a:latin typeface="Century Gothic" panose="020B0502020202020204" pitchFamily="34" charset="0"/>
                        </a:rPr>
                        <a:t>0%</a:t>
                      </a:r>
                    </a:p>
                    <a:p>
                      <a:pPr algn="ctr"/>
                      <a:r>
                        <a:rPr lang="en-AU" sz="1200" dirty="0">
                          <a:latin typeface="Century Gothic" panose="020B0502020202020204" pitchFamily="34" charset="0"/>
                        </a:rPr>
                        <a:t>(n=6)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83538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62413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5C11A-C80E-3E4B-B07F-C2A11A5D9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372" y="126947"/>
            <a:ext cx="6933056" cy="1000685"/>
          </a:xfrm>
        </p:spPr>
        <p:txBody>
          <a:bodyPr/>
          <a:lstStyle/>
          <a:p>
            <a:r>
              <a:rPr lang="en-US" dirty="0">
                <a:latin typeface="Century Gothic" panose="020B0502020202020204" pitchFamily="34" charset="0"/>
              </a:rPr>
              <a:t>PhD Study Findings – Match-Play</a:t>
            </a:r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4F34D654-0ECA-024E-A5A4-03236920EBF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87972532"/>
              </p:ext>
            </p:extLst>
          </p:nvPr>
        </p:nvGraphicFramePr>
        <p:xfrm>
          <a:off x="894221" y="1330269"/>
          <a:ext cx="4932301" cy="27470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0" name="Chart 19">
            <a:extLst>
              <a:ext uri="{FF2B5EF4-FFF2-40B4-BE49-F238E27FC236}">
                <a16:creationId xmlns:a16="http://schemas.microsoft.com/office/drawing/2014/main" id="{500D9FDB-EAF3-4344-8D88-BA771B52E0B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89237267"/>
              </p:ext>
            </p:extLst>
          </p:nvPr>
        </p:nvGraphicFramePr>
        <p:xfrm>
          <a:off x="6365478" y="1330270"/>
          <a:ext cx="4932301" cy="27470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2" name="Oval 21">
            <a:extLst>
              <a:ext uri="{FF2B5EF4-FFF2-40B4-BE49-F238E27FC236}">
                <a16:creationId xmlns:a16="http://schemas.microsoft.com/office/drawing/2014/main" id="{475B91BF-A6D5-2549-8920-CD706B4CC686}"/>
              </a:ext>
            </a:extLst>
          </p:cNvPr>
          <p:cNvSpPr/>
          <p:nvPr/>
        </p:nvSpPr>
        <p:spPr>
          <a:xfrm>
            <a:off x="4085280" y="3018773"/>
            <a:ext cx="762294" cy="690219"/>
          </a:xfrm>
          <a:prstGeom prst="ellipse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26" name="Graphic 25" descr="Tennis with solid fill">
            <a:extLst>
              <a:ext uri="{FF2B5EF4-FFF2-40B4-BE49-F238E27FC236}">
                <a16:creationId xmlns:a16="http://schemas.microsoft.com/office/drawing/2014/main" id="{10E12C94-582A-C54C-BDE7-CDD56AE3951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4044" y="4403260"/>
            <a:ext cx="417080" cy="41708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FC6FD520-D46D-E848-BDFA-E50935DC89D0}"/>
              </a:ext>
            </a:extLst>
          </p:cNvPr>
          <p:cNvSpPr txBox="1"/>
          <p:nvPr/>
        </p:nvSpPr>
        <p:spPr>
          <a:xfrm>
            <a:off x="1037808" y="4279961"/>
            <a:ext cx="5731342" cy="13440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AU" sz="1400" b="1" dirty="0">
                <a:latin typeface="Century Gothic" panose="020B0502020202020204" pitchFamily="34" charset="0"/>
              </a:rPr>
              <a:t>How would tennis explain these findings? </a:t>
            </a:r>
            <a:r>
              <a:rPr lang="en-AU" sz="1050" b="1" dirty="0">
                <a:latin typeface="Century Gothic" panose="020B0502020202020204" pitchFamily="34" charset="0"/>
              </a:rPr>
              <a:t>(Court Surface)</a:t>
            </a:r>
          </a:p>
          <a:p>
            <a:pPr>
              <a:lnSpc>
                <a:spcPct val="150000"/>
              </a:lnSpc>
            </a:pPr>
            <a:r>
              <a:rPr lang="en-AU" sz="1400" dirty="0">
                <a:latin typeface="Century Gothic" panose="020B0502020202020204" pitchFamily="34" charset="0"/>
              </a:rPr>
              <a:t>↓rally lengths on grass </a:t>
            </a:r>
            <a:r>
              <a:rPr lang="en-AU" sz="1400" b="1" dirty="0">
                <a:latin typeface="Century Gothic" panose="020B0502020202020204" pitchFamily="34" charset="0"/>
              </a:rPr>
              <a:t>∴ </a:t>
            </a:r>
            <a:r>
              <a:rPr lang="en-AU" sz="1400" dirty="0">
                <a:latin typeface="Century Gothic" panose="020B0502020202020204" pitchFamily="34" charset="0"/>
              </a:rPr>
              <a:t>↓physical demands</a:t>
            </a:r>
          </a:p>
          <a:p>
            <a:pPr>
              <a:lnSpc>
                <a:spcPct val="150000"/>
              </a:lnSpc>
            </a:pPr>
            <a:r>
              <a:rPr lang="en-AU" sz="1400" dirty="0">
                <a:latin typeface="Century Gothic" panose="020B0502020202020204" pitchFamily="34" charset="0"/>
              </a:rPr>
              <a:t>↑ball bounce on hard courts </a:t>
            </a:r>
            <a:r>
              <a:rPr lang="en-AU" sz="1400" b="1" dirty="0">
                <a:latin typeface="Century Gothic" panose="020B0502020202020204" pitchFamily="34" charset="0"/>
              </a:rPr>
              <a:t>∴ </a:t>
            </a:r>
            <a:r>
              <a:rPr lang="en-AU" sz="1400" dirty="0">
                <a:latin typeface="Century Gothic" panose="020B0502020202020204" pitchFamily="34" charset="0"/>
              </a:rPr>
              <a:t>↑time for FH strokes </a:t>
            </a:r>
            <a:r>
              <a:rPr lang="en-AU" sz="1400" baseline="-25000" dirty="0">
                <a:latin typeface="Century Gothic" panose="020B0502020202020204" pitchFamily="34" charset="0"/>
              </a:rPr>
              <a:t>(Brabenec 2001)</a:t>
            </a:r>
            <a:endParaRPr lang="en-AU" sz="1400" dirty="0">
              <a:latin typeface="Century Gothic" panose="020B0502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AU" sz="1400" dirty="0">
                <a:latin typeface="Century Gothic" panose="020B0502020202020204" pitchFamily="34" charset="0"/>
              </a:rPr>
              <a:t>Similar locomotor strategies across surface </a:t>
            </a:r>
            <a:r>
              <a:rPr lang="en-AU" sz="1400" baseline="-25000" dirty="0">
                <a:latin typeface="Century Gothic" panose="020B0502020202020204" pitchFamily="34" charset="0"/>
              </a:rPr>
              <a:t>(</a:t>
            </a:r>
            <a:r>
              <a:rPr lang="en-US" sz="1400" baseline="-25000" dirty="0" err="1">
                <a:latin typeface="Century Gothic" panose="020B0502020202020204" pitchFamily="34" charset="0"/>
              </a:rPr>
              <a:t>Maquirriain</a:t>
            </a:r>
            <a:r>
              <a:rPr lang="en-US" sz="1400" baseline="-25000" dirty="0">
                <a:latin typeface="Century Gothic" panose="020B0502020202020204" pitchFamily="34" charset="0"/>
              </a:rPr>
              <a:t> 2013)</a:t>
            </a:r>
            <a:endParaRPr lang="en-AU" sz="1400" baseline="-25000" dirty="0">
              <a:latin typeface="Century Gothic" panose="020B0502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A1B97E-43C8-6E4B-99B3-D47107C739D4}"/>
              </a:ext>
            </a:extLst>
          </p:cNvPr>
          <p:cNvSpPr txBox="1"/>
          <p:nvPr/>
        </p:nvSpPr>
        <p:spPr>
          <a:xfrm>
            <a:off x="2154994" y="6292539"/>
            <a:ext cx="707597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tPL</a:t>
            </a:r>
            <a:r>
              <a:rPr lang="en-US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= total player load, </a:t>
            </a:r>
            <a:r>
              <a:rPr lang="en-US" sz="10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mPL</a:t>
            </a:r>
            <a:r>
              <a:rPr lang="en-US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= movement player load, </a:t>
            </a:r>
            <a:r>
              <a:rPr lang="en-US" sz="10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sPL</a:t>
            </a:r>
            <a:r>
              <a:rPr lang="en-US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= stroke player load, FH = forehand, BH = backhand, Other = “Other stroke”</a:t>
            </a:r>
            <a:endParaRPr lang="en-AU" sz="1000" dirty="0">
              <a:solidFill>
                <a:schemeClr val="bg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E629FBF-911A-4C44-A11B-091167AF9CD7}"/>
              </a:ext>
            </a:extLst>
          </p:cNvPr>
          <p:cNvSpPr/>
          <p:nvPr/>
        </p:nvSpPr>
        <p:spPr>
          <a:xfrm>
            <a:off x="6982316" y="1441528"/>
            <a:ext cx="486518" cy="1010728"/>
          </a:xfrm>
          <a:prstGeom prst="ellipse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80B9810-7E96-534B-9E31-78DAB3A6012B}"/>
              </a:ext>
            </a:extLst>
          </p:cNvPr>
          <p:cNvSpPr txBox="1"/>
          <p:nvPr/>
        </p:nvSpPr>
        <p:spPr>
          <a:xfrm>
            <a:off x="8233891" y="239440"/>
            <a:ext cx="3916819" cy="8881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AU" sz="1200" dirty="0">
                <a:latin typeface="Century Gothic" panose="020B0502020202020204" pitchFamily="34" charset="0"/>
              </a:rPr>
              <a:t>↑hitting actions in hard courts (</a:t>
            </a:r>
            <a:r>
              <a:rPr lang="en-AU" sz="1200" b="1" dirty="0">
                <a:solidFill>
                  <a:srgbClr val="0070C0"/>
                </a:solidFill>
                <a:latin typeface="Century Gothic" panose="020B0502020202020204" pitchFamily="34" charset="0"/>
              </a:rPr>
              <a:t>21 ±5%</a:t>
            </a:r>
            <a:r>
              <a:rPr lang="en-AU" sz="1200" dirty="0">
                <a:solidFill>
                  <a:srgbClr val="0070C0"/>
                </a:solidFill>
                <a:latin typeface="Century Gothic" panose="020B0502020202020204" pitchFamily="34" charset="0"/>
              </a:rPr>
              <a:t> </a:t>
            </a:r>
            <a:r>
              <a:rPr lang="en-AU" sz="1200" dirty="0">
                <a:latin typeface="Century Gothic" panose="020B0502020202020204" pitchFamily="34" charset="0"/>
              </a:rPr>
              <a:t>vs. </a:t>
            </a:r>
            <a:r>
              <a:rPr lang="en-AU" sz="1200" b="1" dirty="0">
                <a:solidFill>
                  <a:srgbClr val="00B050"/>
                </a:solidFill>
                <a:latin typeface="Century Gothic" panose="020B0502020202020204" pitchFamily="34" charset="0"/>
              </a:rPr>
              <a:t>17 ±2%</a:t>
            </a:r>
            <a:r>
              <a:rPr lang="en-AU" sz="1200" dirty="0">
                <a:latin typeface="Century Gothic" panose="020B0502020202020204" pitchFamily="34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AU" sz="1200" dirty="0">
                <a:latin typeface="Century Gothic" panose="020B0502020202020204" pitchFamily="34" charset="0"/>
              </a:rPr>
              <a:t>↑hitting demands on hard courts</a:t>
            </a:r>
          </a:p>
          <a:p>
            <a:pPr>
              <a:lnSpc>
                <a:spcPct val="150000"/>
              </a:lnSpc>
            </a:pPr>
            <a:r>
              <a:rPr lang="en-AU" sz="1200" dirty="0">
                <a:latin typeface="Century Gothic" panose="020B0502020202020204" pitchFamily="34" charset="0"/>
              </a:rPr>
              <a:t>↑FH dominance on hard courts</a:t>
            </a:r>
          </a:p>
        </p:txBody>
      </p:sp>
      <p:pic>
        <p:nvPicPr>
          <p:cNvPr id="60" name="Graphic 59" descr="Magnifying glass with solid fill">
            <a:extLst>
              <a:ext uri="{FF2B5EF4-FFF2-40B4-BE49-F238E27FC236}">
                <a16:creationId xmlns:a16="http://schemas.microsoft.com/office/drawing/2014/main" id="{5BCF4331-5F51-8D49-80CC-DD6F41D21CD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87312" y="324935"/>
            <a:ext cx="353995" cy="691439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2C0BEE1F-BD74-9247-A4AE-CC09C81344C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49855" y="6255097"/>
            <a:ext cx="647132" cy="365125"/>
          </a:xfrm>
          <a:prstGeom prst="rect">
            <a:avLst/>
          </a:prstGeom>
        </p:spPr>
      </p:pic>
      <p:pic>
        <p:nvPicPr>
          <p:cNvPr id="30" name="Graphic 29" descr="Tennis with solid fill">
            <a:extLst>
              <a:ext uri="{FF2B5EF4-FFF2-40B4-BE49-F238E27FC236}">
                <a16:creationId xmlns:a16="http://schemas.microsoft.com/office/drawing/2014/main" id="{BAD91A4C-0000-DD41-A9B4-FEBE899EC54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25575" y="4391221"/>
            <a:ext cx="441157" cy="441157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BAC005A1-B653-A442-93DB-CA2B3A1C3180}"/>
              </a:ext>
            </a:extLst>
          </p:cNvPr>
          <p:cNvSpPr txBox="1"/>
          <p:nvPr/>
        </p:nvSpPr>
        <p:spPr>
          <a:xfrm>
            <a:off x="7705186" y="4279960"/>
            <a:ext cx="4108378" cy="13440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AU" sz="1400" b="1" dirty="0">
                <a:latin typeface="Century Gothic" panose="020B0502020202020204" pitchFamily="34" charset="0"/>
              </a:rPr>
              <a:t>Previous tennis research: </a:t>
            </a:r>
            <a:r>
              <a:rPr lang="en-AU" sz="1050" b="1" dirty="0">
                <a:latin typeface="Century Gothic" panose="020B0502020202020204" pitchFamily="34" charset="0"/>
              </a:rPr>
              <a:t>(Match Outcome)</a:t>
            </a:r>
            <a:endParaRPr lang="en-AU" sz="1400" b="1" dirty="0">
              <a:latin typeface="Century Gothic" panose="020B0502020202020204" pitchFamily="34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AU" sz="1400" dirty="0">
                <a:latin typeface="Century Gothic" panose="020B0502020202020204" pitchFamily="34" charset="0"/>
              </a:rPr>
              <a:t>No difference in PL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AU" sz="1400" dirty="0">
                <a:latin typeface="Century Gothic" panose="020B0502020202020204" pitchFamily="34" charset="0"/>
              </a:rPr>
              <a:t>No difference in average acceleration (</a:t>
            </a:r>
            <a:r>
              <a:rPr lang="en-AU" sz="1400" i="1" dirty="0">
                <a:latin typeface="Century Gothic" panose="020B0502020202020204" pitchFamily="34" charset="0"/>
              </a:rPr>
              <a:t>g</a:t>
            </a:r>
            <a:r>
              <a:rPr lang="en-AU" sz="1400" dirty="0">
                <a:latin typeface="Century Gothic" panose="020B0502020202020204" pitchFamily="34" charset="0"/>
              </a:rPr>
              <a:t>)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AU" sz="1400" dirty="0">
                <a:latin typeface="Century Gothic" panose="020B0502020202020204" pitchFamily="34" charset="0"/>
              </a:rPr>
              <a:t>↑2-4 m per point during winning points</a:t>
            </a:r>
          </a:p>
        </p:txBody>
      </p:sp>
    </p:spTree>
    <p:extLst>
      <p:ext uri="{BB962C8B-B14F-4D97-AF65-F5344CB8AC3E}">
        <p14:creationId xmlns:p14="http://schemas.microsoft.com/office/powerpoint/2010/main" val="38740985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5C11A-C80E-3E4B-B07F-C2A11A5D9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854" y="237778"/>
            <a:ext cx="10326658" cy="1000685"/>
          </a:xfrm>
        </p:spPr>
        <p:txBody>
          <a:bodyPr/>
          <a:lstStyle/>
          <a:p>
            <a:r>
              <a:rPr lang="en-US" dirty="0">
                <a:latin typeface="Century Gothic" panose="020B0502020202020204" pitchFamily="34" charset="0"/>
              </a:rPr>
              <a:t>PhD Study Findings - Training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9B4E1E-FD9B-DA42-AEAF-E9A9B59BCFB9}"/>
              </a:ext>
            </a:extLst>
          </p:cNvPr>
          <p:cNvSpPr txBox="1"/>
          <p:nvPr/>
        </p:nvSpPr>
        <p:spPr>
          <a:xfrm>
            <a:off x="10540314" y="409008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A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6F3D6F7-54DC-AA4A-BE2B-F0738CE2AD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9855" y="6255097"/>
            <a:ext cx="647132" cy="365125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21A7C4C7-E8A4-B34B-B42F-2E61A39467C0}"/>
              </a:ext>
            </a:extLst>
          </p:cNvPr>
          <p:cNvSpPr txBox="1">
            <a:spLocks/>
          </p:cNvSpPr>
          <p:nvPr/>
        </p:nvSpPr>
        <p:spPr>
          <a:xfrm>
            <a:off x="279366" y="1238461"/>
            <a:ext cx="2233604" cy="415475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70000" indent="-27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AU" sz="21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AU" sz="1400" b="1" dirty="0">
                <a:latin typeface="Century Gothic" panose="020B0502020202020204" pitchFamily="34" charset="0"/>
              </a:rPr>
              <a:t>Total </a:t>
            </a:r>
            <a:r>
              <a:rPr lang="en-AU" sz="1400" b="1" dirty="0" err="1">
                <a:latin typeface="Century Gothic" panose="020B0502020202020204" pitchFamily="34" charset="0"/>
              </a:rPr>
              <a:t>PlayerLoad</a:t>
            </a:r>
            <a:endParaRPr lang="en-AU" sz="1400" b="1" dirty="0">
              <a:latin typeface="Century Gothic" panose="020B0502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AU" sz="1400" dirty="0">
                <a:latin typeface="Century Gothic" panose="020B0502020202020204" pitchFamily="34" charset="0"/>
              </a:rPr>
              <a:t>Accuracy</a:t>
            </a:r>
          </a:p>
          <a:p>
            <a:pPr>
              <a:lnSpc>
                <a:spcPct val="150000"/>
              </a:lnSpc>
            </a:pPr>
            <a:r>
              <a:rPr lang="en-AU" sz="1400" dirty="0">
                <a:latin typeface="Century Gothic" panose="020B0502020202020204" pitchFamily="34" charset="0"/>
              </a:rPr>
              <a:t>Recovery/Defensive</a:t>
            </a:r>
          </a:p>
          <a:p>
            <a:pPr>
              <a:lnSpc>
                <a:spcPct val="150000"/>
              </a:lnSpc>
            </a:pPr>
            <a:r>
              <a:rPr lang="en-AU" sz="1400" dirty="0">
                <a:latin typeface="Century Gothic" panose="020B0502020202020204" pitchFamily="34" charset="0"/>
              </a:rPr>
              <a:t>Open</a:t>
            </a:r>
          </a:p>
          <a:p>
            <a:pPr>
              <a:lnSpc>
                <a:spcPct val="150000"/>
              </a:lnSpc>
            </a:pPr>
            <a:r>
              <a:rPr lang="en-AU" sz="1400" dirty="0">
                <a:latin typeface="Century Gothic" panose="020B0502020202020204" pitchFamily="34" charset="0"/>
              </a:rPr>
              <a:t>2v1 Net</a:t>
            </a:r>
          </a:p>
          <a:p>
            <a:pPr>
              <a:lnSpc>
                <a:spcPct val="150000"/>
              </a:lnSpc>
            </a:pPr>
            <a:r>
              <a:rPr lang="en-AU" sz="1400" dirty="0">
                <a:latin typeface="Century Gothic" panose="020B0502020202020204" pitchFamily="34" charset="0"/>
              </a:rPr>
              <a:t>2v1 Baseline</a:t>
            </a:r>
          </a:p>
          <a:p>
            <a:pPr>
              <a:lnSpc>
                <a:spcPct val="150000"/>
              </a:lnSpc>
            </a:pPr>
            <a:r>
              <a:rPr lang="en-AU" sz="1400" dirty="0">
                <a:latin typeface="Century Gothic" panose="020B0502020202020204" pitchFamily="34" charset="0"/>
              </a:rPr>
              <a:t>Points</a:t>
            </a:r>
          </a:p>
          <a:p>
            <a:pPr>
              <a:lnSpc>
                <a:spcPct val="150000"/>
              </a:lnSpc>
            </a:pPr>
            <a:r>
              <a:rPr lang="en-AU" sz="1400" dirty="0">
                <a:latin typeface="Century Gothic" panose="020B0502020202020204" pitchFamily="34" charset="0"/>
              </a:rPr>
              <a:t>Technical</a:t>
            </a:r>
          </a:p>
          <a:p>
            <a:pPr>
              <a:lnSpc>
                <a:spcPct val="150000"/>
              </a:lnSpc>
            </a:pPr>
            <a:r>
              <a:rPr lang="en-AU" sz="1400" dirty="0">
                <a:latin typeface="Century Gothic" panose="020B0502020202020204" pitchFamily="34" charset="0"/>
              </a:rPr>
              <a:t>Match-Play</a:t>
            </a:r>
          </a:p>
        </p:txBody>
      </p:sp>
      <p:pic>
        <p:nvPicPr>
          <p:cNvPr id="5" name="Graphic 4" descr="Priorities with solid fill">
            <a:extLst>
              <a:ext uri="{FF2B5EF4-FFF2-40B4-BE49-F238E27FC236}">
                <a16:creationId xmlns:a16="http://schemas.microsoft.com/office/drawing/2014/main" id="{695668B7-C903-A848-ACBD-3E1A8B5A69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88600" y="161578"/>
            <a:ext cx="914400" cy="914400"/>
          </a:xfrm>
          <a:prstGeom prst="rect">
            <a:avLst/>
          </a:prstGeom>
        </p:spPr>
      </p:pic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E08121CB-8094-EC48-A4EF-99B41CBC500F}"/>
              </a:ext>
            </a:extLst>
          </p:cNvPr>
          <p:cNvSpPr txBox="1">
            <a:spLocks/>
          </p:cNvSpPr>
          <p:nvPr/>
        </p:nvSpPr>
        <p:spPr>
          <a:xfrm>
            <a:off x="2508131" y="1238461"/>
            <a:ext cx="2233604" cy="415475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70000" indent="-27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AU" sz="21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AU" sz="1400" b="1" dirty="0">
                <a:latin typeface="Century Gothic" panose="020B0502020202020204" pitchFamily="34" charset="0"/>
              </a:rPr>
              <a:t>Stroke </a:t>
            </a:r>
            <a:r>
              <a:rPr lang="en-AU" sz="1400" b="1" dirty="0" err="1">
                <a:latin typeface="Century Gothic" panose="020B0502020202020204" pitchFamily="34" charset="0"/>
              </a:rPr>
              <a:t>PlayerLoad</a:t>
            </a:r>
            <a:endParaRPr lang="en-AU" sz="1400" b="1" dirty="0">
              <a:latin typeface="Century Gothic" panose="020B0502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AU" sz="1400" dirty="0">
                <a:latin typeface="Century Gothic" panose="020B0502020202020204" pitchFamily="34" charset="0"/>
              </a:rPr>
              <a:t>Accuracy</a:t>
            </a:r>
          </a:p>
          <a:p>
            <a:pPr>
              <a:lnSpc>
                <a:spcPct val="150000"/>
              </a:lnSpc>
            </a:pPr>
            <a:r>
              <a:rPr lang="en-AU" sz="1400" dirty="0">
                <a:latin typeface="Century Gothic" panose="020B0502020202020204" pitchFamily="34" charset="0"/>
              </a:rPr>
              <a:t>Recovery/Defensive</a:t>
            </a:r>
          </a:p>
          <a:p>
            <a:pPr>
              <a:lnSpc>
                <a:spcPct val="150000"/>
              </a:lnSpc>
            </a:pPr>
            <a:r>
              <a:rPr lang="en-AU" sz="1400" dirty="0">
                <a:latin typeface="Century Gothic" panose="020B0502020202020204" pitchFamily="34" charset="0"/>
              </a:rPr>
              <a:t>2v1 Net</a:t>
            </a:r>
          </a:p>
          <a:p>
            <a:pPr>
              <a:lnSpc>
                <a:spcPct val="150000"/>
              </a:lnSpc>
            </a:pPr>
            <a:r>
              <a:rPr lang="en-AU" sz="1400" dirty="0">
                <a:latin typeface="Century Gothic" panose="020B0502020202020204" pitchFamily="34" charset="0"/>
              </a:rPr>
              <a:t>Open</a:t>
            </a:r>
          </a:p>
          <a:p>
            <a:pPr>
              <a:lnSpc>
                <a:spcPct val="150000"/>
              </a:lnSpc>
            </a:pPr>
            <a:r>
              <a:rPr lang="en-AU" sz="1400" dirty="0">
                <a:latin typeface="Century Gothic" panose="020B0502020202020204" pitchFamily="34" charset="0"/>
              </a:rPr>
              <a:t>2v1 Baseline</a:t>
            </a:r>
          </a:p>
          <a:p>
            <a:pPr>
              <a:lnSpc>
                <a:spcPct val="150000"/>
              </a:lnSpc>
            </a:pPr>
            <a:r>
              <a:rPr lang="en-AU" sz="1400" dirty="0">
                <a:latin typeface="Century Gothic" panose="020B0502020202020204" pitchFamily="34" charset="0"/>
              </a:rPr>
              <a:t>Points</a:t>
            </a:r>
          </a:p>
          <a:p>
            <a:pPr>
              <a:lnSpc>
                <a:spcPct val="150000"/>
              </a:lnSpc>
            </a:pPr>
            <a:r>
              <a:rPr lang="en-AU" sz="1400" dirty="0">
                <a:latin typeface="Century Gothic" panose="020B0502020202020204" pitchFamily="34" charset="0"/>
              </a:rPr>
              <a:t>Technical</a:t>
            </a:r>
          </a:p>
          <a:p>
            <a:pPr>
              <a:lnSpc>
                <a:spcPct val="150000"/>
              </a:lnSpc>
            </a:pPr>
            <a:r>
              <a:rPr lang="en-AU" sz="1400" dirty="0">
                <a:latin typeface="Century Gothic" panose="020B0502020202020204" pitchFamily="34" charset="0"/>
              </a:rPr>
              <a:t>Match-Play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69D4D7AF-C7F9-DA46-BD42-AC5299D5CFC3}"/>
              </a:ext>
            </a:extLst>
          </p:cNvPr>
          <p:cNvSpPr txBox="1">
            <a:spLocks/>
          </p:cNvSpPr>
          <p:nvPr/>
        </p:nvSpPr>
        <p:spPr>
          <a:xfrm>
            <a:off x="4745014" y="1241246"/>
            <a:ext cx="2424894" cy="415475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70000" indent="-27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AU" sz="21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AU" sz="1400" b="1" dirty="0">
                <a:latin typeface="Century Gothic" panose="020B0502020202020204" pitchFamily="34" charset="0"/>
              </a:rPr>
              <a:t>Movement </a:t>
            </a:r>
            <a:r>
              <a:rPr lang="en-AU" sz="1400" b="1" dirty="0" err="1">
                <a:latin typeface="Century Gothic" panose="020B0502020202020204" pitchFamily="34" charset="0"/>
              </a:rPr>
              <a:t>PlayerLoad</a:t>
            </a:r>
            <a:endParaRPr lang="en-AU" sz="1400" b="1" dirty="0">
              <a:latin typeface="Century Gothic" panose="020B0502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AU" sz="1400" dirty="0">
                <a:latin typeface="Century Gothic" panose="020B0502020202020204" pitchFamily="34" charset="0"/>
              </a:rPr>
              <a:t>Accuracy</a:t>
            </a:r>
          </a:p>
          <a:p>
            <a:pPr>
              <a:lnSpc>
                <a:spcPct val="150000"/>
              </a:lnSpc>
            </a:pPr>
            <a:r>
              <a:rPr lang="en-AU" sz="1400" dirty="0">
                <a:latin typeface="Century Gothic" panose="020B0502020202020204" pitchFamily="34" charset="0"/>
              </a:rPr>
              <a:t>Recovery/Defensive</a:t>
            </a:r>
          </a:p>
          <a:p>
            <a:pPr>
              <a:lnSpc>
                <a:spcPct val="150000"/>
              </a:lnSpc>
            </a:pPr>
            <a:r>
              <a:rPr lang="en-AU" sz="1400" dirty="0">
                <a:latin typeface="Century Gothic" panose="020B0502020202020204" pitchFamily="34" charset="0"/>
              </a:rPr>
              <a:t>Open</a:t>
            </a:r>
          </a:p>
          <a:p>
            <a:pPr>
              <a:lnSpc>
                <a:spcPct val="150000"/>
              </a:lnSpc>
            </a:pPr>
            <a:r>
              <a:rPr lang="en-AU" sz="1400" dirty="0">
                <a:latin typeface="Century Gothic" panose="020B0502020202020204" pitchFamily="34" charset="0"/>
              </a:rPr>
              <a:t>2v1 Baseline</a:t>
            </a:r>
          </a:p>
          <a:p>
            <a:pPr>
              <a:lnSpc>
                <a:spcPct val="150000"/>
              </a:lnSpc>
            </a:pPr>
            <a:r>
              <a:rPr lang="en-AU" sz="1400" dirty="0">
                <a:latin typeface="Century Gothic" panose="020B0502020202020204" pitchFamily="34" charset="0"/>
              </a:rPr>
              <a:t>Technical</a:t>
            </a:r>
          </a:p>
          <a:p>
            <a:pPr>
              <a:lnSpc>
                <a:spcPct val="150000"/>
              </a:lnSpc>
            </a:pPr>
            <a:r>
              <a:rPr lang="en-AU" sz="1400" dirty="0">
                <a:latin typeface="Century Gothic" panose="020B0502020202020204" pitchFamily="34" charset="0"/>
              </a:rPr>
              <a:t>2v1 Net</a:t>
            </a:r>
          </a:p>
          <a:p>
            <a:pPr>
              <a:lnSpc>
                <a:spcPct val="150000"/>
              </a:lnSpc>
            </a:pPr>
            <a:r>
              <a:rPr lang="en-AU" sz="1400" dirty="0">
                <a:latin typeface="Century Gothic" panose="020B0502020202020204" pitchFamily="34" charset="0"/>
              </a:rPr>
              <a:t>Points</a:t>
            </a:r>
          </a:p>
          <a:p>
            <a:pPr>
              <a:lnSpc>
                <a:spcPct val="150000"/>
              </a:lnSpc>
            </a:pPr>
            <a:r>
              <a:rPr lang="en-AU" sz="1400" dirty="0">
                <a:latin typeface="Century Gothic" panose="020B0502020202020204" pitchFamily="34" charset="0"/>
              </a:rPr>
              <a:t>Match-Play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A80564FC-4D0E-A04B-A73C-571965FF06D5}"/>
              </a:ext>
            </a:extLst>
          </p:cNvPr>
          <p:cNvSpPr txBox="1">
            <a:spLocks/>
          </p:cNvSpPr>
          <p:nvPr/>
        </p:nvSpPr>
        <p:spPr>
          <a:xfrm>
            <a:off x="7169908" y="1238461"/>
            <a:ext cx="2424894" cy="415475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70000" indent="-27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AU" sz="21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AU" sz="1400" b="1" dirty="0">
                <a:latin typeface="Century Gothic" panose="020B0502020202020204" pitchFamily="34" charset="0"/>
              </a:rPr>
              <a:t>Forehand / Backhands</a:t>
            </a:r>
          </a:p>
          <a:p>
            <a:pPr>
              <a:lnSpc>
                <a:spcPct val="150000"/>
              </a:lnSpc>
            </a:pPr>
            <a:r>
              <a:rPr lang="en-AU" sz="1400" dirty="0">
                <a:latin typeface="Century Gothic" panose="020B0502020202020204" pitchFamily="34" charset="0"/>
              </a:rPr>
              <a:t>Accuracy</a:t>
            </a:r>
          </a:p>
          <a:p>
            <a:pPr>
              <a:lnSpc>
                <a:spcPct val="150000"/>
              </a:lnSpc>
            </a:pPr>
            <a:r>
              <a:rPr lang="en-AU" sz="1400" dirty="0">
                <a:latin typeface="Century Gothic" panose="020B0502020202020204" pitchFamily="34" charset="0"/>
              </a:rPr>
              <a:t>Recovery/Defensive</a:t>
            </a:r>
          </a:p>
          <a:p>
            <a:pPr>
              <a:lnSpc>
                <a:spcPct val="150000"/>
              </a:lnSpc>
            </a:pPr>
            <a:r>
              <a:rPr lang="en-AU" sz="1400" dirty="0">
                <a:latin typeface="Century Gothic" panose="020B0502020202020204" pitchFamily="34" charset="0"/>
              </a:rPr>
              <a:t>Open</a:t>
            </a:r>
          </a:p>
          <a:p>
            <a:pPr>
              <a:lnSpc>
                <a:spcPct val="150000"/>
              </a:lnSpc>
            </a:pPr>
            <a:r>
              <a:rPr lang="en-AU" sz="1400" dirty="0">
                <a:latin typeface="Century Gothic" panose="020B0502020202020204" pitchFamily="34" charset="0"/>
              </a:rPr>
              <a:t>2v1 Baseline</a:t>
            </a:r>
          </a:p>
          <a:p>
            <a:pPr>
              <a:lnSpc>
                <a:spcPct val="150000"/>
              </a:lnSpc>
            </a:pPr>
            <a:r>
              <a:rPr lang="en-AU" sz="1400" dirty="0">
                <a:latin typeface="Century Gothic" panose="020B0502020202020204" pitchFamily="34" charset="0"/>
              </a:rPr>
              <a:t>2v1 Net</a:t>
            </a:r>
          </a:p>
          <a:p>
            <a:pPr>
              <a:lnSpc>
                <a:spcPct val="150000"/>
              </a:lnSpc>
            </a:pPr>
            <a:r>
              <a:rPr lang="en-AU" sz="1400" dirty="0">
                <a:latin typeface="Century Gothic" panose="020B0502020202020204" pitchFamily="34" charset="0"/>
              </a:rPr>
              <a:t>Technical</a:t>
            </a:r>
          </a:p>
          <a:p>
            <a:pPr>
              <a:lnSpc>
                <a:spcPct val="150000"/>
              </a:lnSpc>
            </a:pPr>
            <a:r>
              <a:rPr lang="en-AU" sz="1400" dirty="0">
                <a:latin typeface="Century Gothic" panose="020B0502020202020204" pitchFamily="34" charset="0"/>
              </a:rPr>
              <a:t>Points</a:t>
            </a:r>
          </a:p>
          <a:p>
            <a:pPr>
              <a:lnSpc>
                <a:spcPct val="150000"/>
              </a:lnSpc>
            </a:pPr>
            <a:r>
              <a:rPr lang="en-AU" sz="1400" dirty="0">
                <a:latin typeface="Century Gothic" panose="020B0502020202020204" pitchFamily="34" charset="0"/>
              </a:rPr>
              <a:t>Match-Play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560B25A1-46DD-384A-8581-77CEFB4454FE}"/>
              </a:ext>
            </a:extLst>
          </p:cNvPr>
          <p:cNvSpPr txBox="1">
            <a:spLocks/>
          </p:cNvSpPr>
          <p:nvPr/>
        </p:nvSpPr>
        <p:spPr>
          <a:xfrm>
            <a:off x="9487018" y="1238461"/>
            <a:ext cx="2424894" cy="415475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70000" indent="-27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AU" sz="21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AU" sz="1400" b="1" dirty="0">
                <a:latin typeface="Century Gothic" panose="020B0502020202020204" pitchFamily="34" charset="0"/>
              </a:rPr>
              <a:t>Serve</a:t>
            </a:r>
          </a:p>
          <a:p>
            <a:pPr>
              <a:lnSpc>
                <a:spcPct val="150000"/>
              </a:lnSpc>
            </a:pPr>
            <a:r>
              <a:rPr lang="en-AU" sz="1400" dirty="0">
                <a:latin typeface="Century Gothic" panose="020B0502020202020204" pitchFamily="34" charset="0"/>
              </a:rPr>
              <a:t>Technical</a:t>
            </a:r>
          </a:p>
          <a:p>
            <a:pPr>
              <a:lnSpc>
                <a:spcPct val="150000"/>
              </a:lnSpc>
            </a:pPr>
            <a:r>
              <a:rPr lang="en-AU" sz="1400" dirty="0">
                <a:latin typeface="Century Gothic" panose="020B0502020202020204" pitchFamily="34" charset="0"/>
              </a:rPr>
              <a:t>Match-Play</a:t>
            </a:r>
          </a:p>
          <a:p>
            <a:pPr>
              <a:lnSpc>
                <a:spcPct val="150000"/>
              </a:lnSpc>
            </a:pPr>
            <a:r>
              <a:rPr lang="en-AU" sz="1400" dirty="0">
                <a:latin typeface="Century Gothic" panose="020B0502020202020204" pitchFamily="34" charset="0"/>
              </a:rPr>
              <a:t>Accuracy</a:t>
            </a:r>
          </a:p>
          <a:p>
            <a:pPr>
              <a:lnSpc>
                <a:spcPct val="150000"/>
              </a:lnSpc>
            </a:pPr>
            <a:r>
              <a:rPr lang="en-AU" sz="1400" dirty="0">
                <a:latin typeface="Century Gothic" panose="020B0502020202020204" pitchFamily="34" charset="0"/>
              </a:rPr>
              <a:t>Points</a:t>
            </a:r>
          </a:p>
          <a:p>
            <a:pPr>
              <a:lnSpc>
                <a:spcPct val="150000"/>
              </a:lnSpc>
            </a:pPr>
            <a:r>
              <a:rPr lang="en-AU" sz="1400" dirty="0">
                <a:latin typeface="Century Gothic" panose="020B0502020202020204" pitchFamily="34" charset="0"/>
              </a:rPr>
              <a:t>2v1 Net</a:t>
            </a:r>
          </a:p>
          <a:p>
            <a:pPr>
              <a:lnSpc>
                <a:spcPct val="150000"/>
              </a:lnSpc>
            </a:pPr>
            <a:r>
              <a:rPr lang="en-AU" sz="1400" dirty="0">
                <a:latin typeface="Century Gothic" panose="020B0502020202020204" pitchFamily="34" charset="0"/>
              </a:rPr>
              <a:t>Open</a:t>
            </a:r>
          </a:p>
          <a:p>
            <a:pPr>
              <a:lnSpc>
                <a:spcPct val="150000"/>
              </a:lnSpc>
            </a:pPr>
            <a:r>
              <a:rPr lang="en-AU" sz="1400" dirty="0">
                <a:latin typeface="Century Gothic" panose="020B0502020202020204" pitchFamily="34" charset="0"/>
              </a:rPr>
              <a:t>Recovery/Defensive</a:t>
            </a:r>
          </a:p>
          <a:p>
            <a:pPr>
              <a:lnSpc>
                <a:spcPct val="150000"/>
              </a:lnSpc>
            </a:pPr>
            <a:r>
              <a:rPr lang="en-AU" sz="1400" dirty="0">
                <a:latin typeface="Century Gothic" panose="020B0502020202020204" pitchFamily="34" charset="0"/>
              </a:rPr>
              <a:t>2v1 Baseline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98F43D0-C843-0149-A539-A3B9BEA98DA0}"/>
              </a:ext>
            </a:extLst>
          </p:cNvPr>
          <p:cNvSpPr txBox="1"/>
          <p:nvPr/>
        </p:nvSpPr>
        <p:spPr>
          <a:xfrm>
            <a:off x="279366" y="5461612"/>
            <a:ext cx="48141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400" u="sng" dirty="0">
                <a:latin typeface="Century Gothic" panose="020B0502020202020204" pitchFamily="34" charset="0"/>
              </a:rPr>
              <a:t>*Accuracy drills significantly highest for </a:t>
            </a:r>
            <a:r>
              <a:rPr lang="en-AU" sz="1400" u="sng" dirty="0" err="1">
                <a:latin typeface="Century Gothic" panose="020B0502020202020204" pitchFamily="34" charset="0"/>
              </a:rPr>
              <a:t>sPL</a:t>
            </a:r>
            <a:r>
              <a:rPr lang="en-AU" sz="1400" u="sng" dirty="0">
                <a:latin typeface="Century Gothic" panose="020B0502020202020204" pitchFamily="34" charset="0"/>
              </a:rPr>
              <a:t> and FH-</a:t>
            </a:r>
            <a:r>
              <a:rPr lang="en-AU" sz="1400" u="sng" dirty="0" err="1">
                <a:latin typeface="Century Gothic" panose="020B0502020202020204" pitchFamily="34" charset="0"/>
              </a:rPr>
              <a:t>sPL</a:t>
            </a:r>
            <a:endParaRPr lang="en-AU" sz="1400" u="sng" dirty="0">
              <a:latin typeface="Century Gothic" panose="020B0502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BA35929-96AB-F044-AF0D-A230F45A4121}"/>
              </a:ext>
            </a:extLst>
          </p:cNvPr>
          <p:cNvSpPr txBox="1"/>
          <p:nvPr/>
        </p:nvSpPr>
        <p:spPr>
          <a:xfrm>
            <a:off x="7055642" y="5387470"/>
            <a:ext cx="4742004" cy="6976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AU" sz="1400" dirty="0">
                <a:latin typeface="Century Gothic" panose="020B0502020202020204" pitchFamily="34" charset="0"/>
              </a:rPr>
              <a:t>Suggests mechanical stress from trunk rotations are ↑</a:t>
            </a:r>
          </a:p>
          <a:p>
            <a:pPr>
              <a:lnSpc>
                <a:spcPct val="150000"/>
              </a:lnSpc>
            </a:pPr>
            <a:r>
              <a:rPr lang="en-AU" sz="1400" dirty="0">
                <a:latin typeface="Century Gothic" panose="020B0502020202020204" pitchFamily="34" charset="0"/>
              </a:rPr>
              <a:t>Advantage vs. relying on stroke counts </a:t>
            </a:r>
            <a:r>
              <a:rPr lang="en-AU" sz="1400" baseline="-25000" dirty="0">
                <a:latin typeface="Century Gothic" panose="020B0502020202020204" pitchFamily="34" charset="0"/>
              </a:rPr>
              <a:t>(Murphy et al. 2014)</a:t>
            </a:r>
            <a:endParaRPr lang="en-AU" sz="1400" dirty="0">
              <a:latin typeface="Century Gothic" panose="020B0502020202020204" pitchFamily="34" charset="0"/>
            </a:endParaRPr>
          </a:p>
        </p:txBody>
      </p:sp>
      <p:pic>
        <p:nvPicPr>
          <p:cNvPr id="18" name="Graphic 17" descr="Tennis with solid fill">
            <a:extLst>
              <a:ext uri="{FF2B5EF4-FFF2-40B4-BE49-F238E27FC236}">
                <a16:creationId xmlns:a16="http://schemas.microsoft.com/office/drawing/2014/main" id="{03263AA6-B3BD-2143-AE1C-6826B0EE4E6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91082" y="5532043"/>
            <a:ext cx="417080" cy="417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8548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5C11A-C80E-3E4B-B07F-C2A11A5D9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203" y="238042"/>
            <a:ext cx="10326658" cy="1000685"/>
          </a:xfrm>
        </p:spPr>
        <p:txBody>
          <a:bodyPr/>
          <a:lstStyle/>
          <a:p>
            <a:r>
              <a:rPr lang="en-US" sz="2800" dirty="0">
                <a:latin typeface="Century Gothic" panose="020B0502020202020204" pitchFamily="34" charset="0"/>
              </a:rPr>
              <a:t>Wearable Technology and the NTA – Why?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DEC859-CE23-9A47-BCC1-F76F842486A2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382881" y="1202563"/>
            <a:ext cx="11191915" cy="4834982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AU" sz="2000" dirty="0">
                <a:latin typeface="Century Gothic" panose="020B0502020202020204" pitchFamily="34" charset="0"/>
              </a:rPr>
              <a:t>All healthy and rehab players to wear Catapult GPS in training</a:t>
            </a:r>
          </a:p>
          <a:p>
            <a:pPr lvl="1">
              <a:lnSpc>
                <a:spcPct val="200000"/>
              </a:lnSpc>
            </a:pPr>
            <a:r>
              <a:rPr lang="en-AU" sz="1800" dirty="0">
                <a:latin typeface="Century Gothic" panose="020B0502020202020204" pitchFamily="34" charset="0"/>
              </a:rPr>
              <a:t>Training live coded for all drills</a:t>
            </a:r>
          </a:p>
          <a:p>
            <a:pPr lvl="1">
              <a:lnSpc>
                <a:spcPct val="200000"/>
              </a:lnSpc>
            </a:pPr>
            <a:r>
              <a:rPr lang="en-AU" sz="1800" dirty="0">
                <a:latin typeface="Century Gothic" panose="020B0502020202020204" pitchFamily="34" charset="0"/>
              </a:rPr>
              <a:t>Session analysed within 30 minutes and feedback to coaches and players via </a:t>
            </a:r>
            <a:r>
              <a:rPr lang="en-AU" sz="1800" dirty="0" err="1">
                <a:latin typeface="Century Gothic" panose="020B0502020202020204" pitchFamily="34" charset="0"/>
              </a:rPr>
              <a:t>Smartabase</a:t>
            </a:r>
            <a:endParaRPr lang="en-AU" sz="1800" dirty="0">
              <a:latin typeface="Century Gothic" panose="020B0502020202020204" pitchFamily="34" charset="0"/>
            </a:endParaRPr>
          </a:p>
          <a:p>
            <a:pPr lvl="1">
              <a:lnSpc>
                <a:spcPct val="200000"/>
              </a:lnSpc>
            </a:pPr>
            <a:endParaRPr lang="en-AU" sz="600" dirty="0">
              <a:latin typeface="Century Gothic" panose="020B0502020202020204" pitchFamily="34" charset="0"/>
            </a:endParaRPr>
          </a:p>
          <a:p>
            <a:pPr>
              <a:lnSpc>
                <a:spcPct val="200000"/>
              </a:lnSpc>
            </a:pPr>
            <a:r>
              <a:rPr lang="en-AU" sz="1900" i="1" u="sng" dirty="0">
                <a:latin typeface="Century Gothic" panose="020B0502020202020204" pitchFamily="34" charset="0"/>
              </a:rPr>
              <a:t>Why?</a:t>
            </a:r>
          </a:p>
          <a:p>
            <a:pPr lvl="1">
              <a:lnSpc>
                <a:spcPct val="200000"/>
              </a:lnSpc>
            </a:pPr>
            <a:r>
              <a:rPr lang="en-AU" sz="1800" dirty="0">
                <a:latin typeface="Century Gothic" panose="020B0502020202020204" pitchFamily="34" charset="0"/>
              </a:rPr>
              <a:t>Understand physical ‘cost’ of training sessions and drills over time</a:t>
            </a:r>
          </a:p>
          <a:p>
            <a:pPr lvl="1">
              <a:lnSpc>
                <a:spcPct val="200000"/>
              </a:lnSpc>
            </a:pPr>
            <a:r>
              <a:rPr lang="en-AU" sz="1800" dirty="0">
                <a:latin typeface="Century Gothic" panose="020B0502020202020204" pitchFamily="34" charset="0"/>
              </a:rPr>
              <a:t>Identify high-risk loading characteristics of rehabbing players</a:t>
            </a:r>
          </a:p>
          <a:p>
            <a:pPr lvl="1">
              <a:lnSpc>
                <a:spcPct val="200000"/>
              </a:lnSpc>
            </a:pPr>
            <a:r>
              <a:rPr lang="en-AU" sz="1800" dirty="0">
                <a:latin typeface="Century Gothic" panose="020B0502020202020204" pitchFamily="34" charset="0"/>
              </a:rPr>
              <a:t>Design better training sessions to mimic highest level of match-play and repeat over time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1F7DF5A-DA31-BC47-A697-C4AE32BE5B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9855" y="6255097"/>
            <a:ext cx="647132" cy="365125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3E07EFE4-4E35-964B-8618-18C4F25FDA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6960" y="758840"/>
            <a:ext cx="2567836" cy="1444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36441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5C11A-C80E-3E4B-B07F-C2A11A5D9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203" y="238042"/>
            <a:ext cx="10326658" cy="1000685"/>
          </a:xfrm>
        </p:spPr>
        <p:txBody>
          <a:bodyPr/>
          <a:lstStyle/>
          <a:p>
            <a:r>
              <a:rPr lang="en-US" sz="2800" dirty="0">
                <a:latin typeface="Century Gothic" panose="020B0502020202020204" pitchFamily="34" charset="0"/>
              </a:rPr>
              <a:t>Wearable Technology and the NTA – How?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DEC859-CE23-9A47-BCC1-F76F842486A2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382881" y="1202563"/>
            <a:ext cx="11191915" cy="4834982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AU" sz="2000" dirty="0">
                <a:latin typeface="Century Gothic" panose="020B0502020202020204" pitchFamily="34" charset="0"/>
              </a:rPr>
              <a:t>Customised web-based plugin from Catapult Sports</a:t>
            </a:r>
          </a:p>
          <a:p>
            <a:pPr>
              <a:lnSpc>
                <a:spcPct val="200000"/>
              </a:lnSpc>
            </a:pPr>
            <a:r>
              <a:rPr lang="en-AU" sz="2000" dirty="0">
                <a:latin typeface="Century Gothic" panose="020B0502020202020204" pitchFamily="34" charset="0"/>
              </a:rPr>
              <a:t>Developed from revised validation work</a:t>
            </a:r>
          </a:p>
          <a:p>
            <a:pPr lvl="1">
              <a:lnSpc>
                <a:spcPct val="200000"/>
              </a:lnSpc>
            </a:pPr>
            <a:r>
              <a:rPr lang="en-AU" sz="1900" dirty="0">
                <a:latin typeface="Century Gothic" panose="020B0502020202020204" pitchFamily="34" charset="0"/>
              </a:rPr>
              <a:t>Refined categorisation of tennis movement actions</a:t>
            </a:r>
          </a:p>
          <a:p>
            <a:pPr lvl="1">
              <a:lnSpc>
                <a:spcPct val="200000"/>
              </a:lnSpc>
            </a:pPr>
            <a:endParaRPr lang="en-AU" sz="1700" dirty="0">
              <a:latin typeface="Century Gothic" panose="020B0502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1F7DF5A-DA31-BC47-A697-C4AE32BE5B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9855" y="6255097"/>
            <a:ext cx="647132" cy="3651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D468893-1317-344D-B0EC-7EE7CE97DD8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899" t="18062" r="990" b="51781"/>
          <a:stretch/>
        </p:blipFill>
        <p:spPr>
          <a:xfrm>
            <a:off x="815509" y="3737587"/>
            <a:ext cx="10326658" cy="206814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3373DBD-38FC-2045-AD55-FFAF921D3BD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4946" t="16256" r="39688" b="6302"/>
          <a:stretch/>
        </p:blipFill>
        <p:spPr>
          <a:xfrm>
            <a:off x="7404925" y="1202563"/>
            <a:ext cx="2365685" cy="206814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8D992C4-1F9F-0041-AEF3-7B768A9EEC22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76464" t="16073" r="1876" b="5753"/>
          <a:stretch/>
        </p:blipFill>
        <p:spPr>
          <a:xfrm>
            <a:off x="10144648" y="250742"/>
            <a:ext cx="1449330" cy="3269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0936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5C11A-C80E-3E4B-B07F-C2A11A5D9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203" y="238042"/>
            <a:ext cx="10326658" cy="1000685"/>
          </a:xfrm>
        </p:spPr>
        <p:txBody>
          <a:bodyPr/>
          <a:lstStyle/>
          <a:p>
            <a:r>
              <a:rPr lang="en-US" sz="2800" dirty="0">
                <a:latin typeface="Century Gothic" panose="020B0502020202020204" pitchFamily="34" charset="0"/>
              </a:rPr>
              <a:t>Wearable Technology and the NTA – Practical Application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DEC859-CE23-9A47-BCC1-F76F842486A2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382881" y="1202563"/>
            <a:ext cx="11191915" cy="4834982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AU" sz="1800" dirty="0">
                <a:latin typeface="Century Gothic" panose="020B0502020202020204" pitchFamily="34" charset="0"/>
              </a:rPr>
              <a:t>All player data housed in </a:t>
            </a:r>
            <a:r>
              <a:rPr lang="en-AU" sz="1800" dirty="0" err="1">
                <a:latin typeface="Century Gothic" panose="020B0502020202020204" pitchFamily="34" charset="0"/>
              </a:rPr>
              <a:t>Smartabase</a:t>
            </a:r>
            <a:r>
              <a:rPr lang="en-AU" sz="1800" dirty="0">
                <a:latin typeface="Century Gothic" panose="020B0502020202020204" pitchFamily="34" charset="0"/>
              </a:rPr>
              <a:t> through customised collection forms and dashboards</a:t>
            </a:r>
          </a:p>
          <a:p>
            <a:pPr>
              <a:lnSpc>
                <a:spcPct val="200000"/>
              </a:lnSpc>
            </a:pPr>
            <a:r>
              <a:rPr lang="en-AU" sz="1800" dirty="0">
                <a:latin typeface="Century Gothic" panose="020B0502020202020204" pitchFamily="34" charset="0"/>
              </a:rPr>
              <a:t>Example below</a:t>
            </a:r>
          </a:p>
          <a:p>
            <a:pPr>
              <a:lnSpc>
                <a:spcPct val="200000"/>
              </a:lnSpc>
            </a:pPr>
            <a:endParaRPr lang="en-AU" sz="1800" dirty="0">
              <a:latin typeface="Century Gothic" panose="020B0502020202020204" pitchFamily="34" charset="0"/>
            </a:endParaRPr>
          </a:p>
          <a:p>
            <a:pPr>
              <a:lnSpc>
                <a:spcPct val="200000"/>
              </a:lnSpc>
            </a:pPr>
            <a:endParaRPr lang="en-AU" sz="1800" dirty="0">
              <a:latin typeface="Century Gothic" panose="020B0502020202020204" pitchFamily="34" charset="0"/>
            </a:endParaRPr>
          </a:p>
          <a:p>
            <a:pPr>
              <a:lnSpc>
                <a:spcPct val="200000"/>
              </a:lnSpc>
            </a:pPr>
            <a:endParaRPr lang="en-AU" sz="1800" dirty="0">
              <a:latin typeface="Century Gothic" panose="020B0502020202020204" pitchFamily="34" charset="0"/>
            </a:endParaRPr>
          </a:p>
          <a:p>
            <a:pPr>
              <a:lnSpc>
                <a:spcPct val="200000"/>
              </a:lnSpc>
            </a:pPr>
            <a:endParaRPr lang="en-AU" sz="1800" dirty="0">
              <a:latin typeface="Century Gothic" panose="020B0502020202020204" pitchFamily="34" charset="0"/>
            </a:endParaRPr>
          </a:p>
          <a:p>
            <a:pPr marL="0" indent="0">
              <a:lnSpc>
                <a:spcPct val="200000"/>
              </a:lnSpc>
              <a:buNone/>
            </a:pPr>
            <a:endParaRPr lang="en-AU" sz="1800" dirty="0">
              <a:latin typeface="Century Gothic" panose="020B0502020202020204" pitchFamily="34" charset="0"/>
            </a:endParaRPr>
          </a:p>
          <a:p>
            <a:pPr>
              <a:lnSpc>
                <a:spcPct val="200000"/>
              </a:lnSpc>
            </a:pPr>
            <a:endParaRPr lang="en-AU" sz="1800" dirty="0">
              <a:latin typeface="Century Gothic" panose="020B0502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1F7DF5A-DA31-BC47-A697-C4AE32BE5B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9855" y="6255097"/>
            <a:ext cx="647132" cy="3651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EAAC46A-846B-6349-A399-3C3E7F79641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1370" b="6667"/>
          <a:stretch/>
        </p:blipFill>
        <p:spPr>
          <a:xfrm>
            <a:off x="119835" y="2933851"/>
            <a:ext cx="6542762" cy="29427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0EB528B-C991-7B4A-9F9E-86DE190B8920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522" t="50000" r="50000" b="8791"/>
          <a:stretch/>
        </p:blipFill>
        <p:spPr>
          <a:xfrm>
            <a:off x="6752779" y="2992178"/>
            <a:ext cx="5319386" cy="2826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5008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5C11A-C80E-3E4B-B07F-C2A11A5D9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203" y="238042"/>
            <a:ext cx="10326658" cy="1000685"/>
          </a:xfrm>
        </p:spPr>
        <p:txBody>
          <a:bodyPr/>
          <a:lstStyle/>
          <a:p>
            <a:r>
              <a:rPr lang="en-US" sz="2800" dirty="0">
                <a:latin typeface="Century Gothic" panose="020B0502020202020204" pitchFamily="34" charset="0"/>
              </a:rPr>
              <a:t>What’s Next and Ongoing Strategies?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DEC859-CE23-9A47-BCC1-F76F842486A2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382881" y="1202563"/>
            <a:ext cx="11191915" cy="4834982"/>
          </a:xfrm>
        </p:spPr>
        <p:txBody>
          <a:bodyPr/>
          <a:lstStyle/>
          <a:p>
            <a:pPr>
              <a:lnSpc>
                <a:spcPct val="200000"/>
              </a:lnSpc>
            </a:pPr>
            <a:endParaRPr lang="en-AU" sz="1800" dirty="0">
              <a:latin typeface="Century Gothic" panose="020B0502020202020204" pitchFamily="34" charset="0"/>
            </a:endParaRPr>
          </a:p>
          <a:p>
            <a:pPr>
              <a:lnSpc>
                <a:spcPct val="200000"/>
              </a:lnSpc>
            </a:pPr>
            <a:endParaRPr lang="en-AU" sz="1800" dirty="0">
              <a:latin typeface="Century Gothic" panose="020B0502020202020204" pitchFamily="34" charset="0"/>
            </a:endParaRPr>
          </a:p>
          <a:p>
            <a:pPr>
              <a:lnSpc>
                <a:spcPct val="200000"/>
              </a:lnSpc>
            </a:pPr>
            <a:endParaRPr lang="en-AU" sz="1800" dirty="0">
              <a:latin typeface="Century Gothic" panose="020B0502020202020204" pitchFamily="34" charset="0"/>
            </a:endParaRPr>
          </a:p>
          <a:p>
            <a:pPr>
              <a:lnSpc>
                <a:spcPct val="200000"/>
              </a:lnSpc>
            </a:pPr>
            <a:endParaRPr lang="en-AU" sz="1800" dirty="0">
              <a:latin typeface="Century Gothic" panose="020B0502020202020204" pitchFamily="34" charset="0"/>
            </a:endParaRPr>
          </a:p>
          <a:p>
            <a:pPr marL="0" indent="0">
              <a:lnSpc>
                <a:spcPct val="200000"/>
              </a:lnSpc>
              <a:buNone/>
            </a:pPr>
            <a:endParaRPr lang="en-AU" sz="1800" dirty="0">
              <a:latin typeface="Century Gothic" panose="020B0502020202020204" pitchFamily="34" charset="0"/>
            </a:endParaRPr>
          </a:p>
          <a:p>
            <a:pPr>
              <a:lnSpc>
                <a:spcPct val="200000"/>
              </a:lnSpc>
            </a:pPr>
            <a:endParaRPr lang="en-AU" sz="1800" dirty="0">
              <a:latin typeface="Century Gothic" panose="020B0502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1F7DF5A-DA31-BC47-A697-C4AE32BE5B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9855" y="6255097"/>
            <a:ext cx="647132" cy="365125"/>
          </a:xfrm>
          <a:prstGeom prst="rect">
            <a:avLst/>
          </a:prstGeom>
        </p:spPr>
      </p:pic>
      <p:pic>
        <p:nvPicPr>
          <p:cNvPr id="6" name="Graphic 5" descr="Future with solid fill">
            <a:extLst>
              <a:ext uri="{FF2B5EF4-FFF2-40B4-BE49-F238E27FC236}">
                <a16:creationId xmlns:a16="http://schemas.microsoft.com/office/drawing/2014/main" id="{F7547393-3A1E-A14C-AC5F-3D99F1CB8F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47802" y="69197"/>
            <a:ext cx="914400" cy="914400"/>
          </a:xfrm>
          <a:prstGeom prst="rect">
            <a:avLst/>
          </a:prstGeom>
        </p:spPr>
      </p:pic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2986B7EE-C777-AD43-A21E-1BEF860D9CC4}"/>
              </a:ext>
            </a:extLst>
          </p:cNvPr>
          <p:cNvSpPr txBox="1">
            <a:spLocks/>
          </p:cNvSpPr>
          <p:nvPr/>
        </p:nvSpPr>
        <p:spPr>
          <a:xfrm>
            <a:off x="500042" y="1238727"/>
            <a:ext cx="11512418" cy="483498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70000" indent="-27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AU" sz="21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</a:pPr>
            <a:r>
              <a:rPr lang="en-AU" sz="2000" dirty="0">
                <a:latin typeface="Century Gothic" panose="020B0502020202020204" pitchFamily="34" charset="0"/>
              </a:rPr>
              <a:t>Develop systems for efficient data collection and housing</a:t>
            </a:r>
          </a:p>
          <a:p>
            <a:pPr lvl="1">
              <a:lnSpc>
                <a:spcPct val="200000"/>
              </a:lnSpc>
            </a:pPr>
            <a:r>
              <a:rPr lang="en-AU" sz="1900" dirty="0" err="1">
                <a:latin typeface="Century Gothic" panose="020B0502020202020204" pitchFamily="34" charset="0"/>
              </a:rPr>
              <a:t>Smartabase</a:t>
            </a:r>
            <a:r>
              <a:rPr lang="en-AU" sz="1900" dirty="0">
                <a:latin typeface="Century Gothic" panose="020B0502020202020204" pitchFamily="34" charset="0"/>
              </a:rPr>
              <a:t> + Vision</a:t>
            </a:r>
          </a:p>
          <a:p>
            <a:pPr>
              <a:lnSpc>
                <a:spcPct val="200000"/>
              </a:lnSpc>
            </a:pPr>
            <a:r>
              <a:rPr lang="en-AU" sz="2000" dirty="0">
                <a:latin typeface="Century Gothic" panose="020B0502020202020204" pitchFamily="34" charset="0"/>
              </a:rPr>
              <a:t>Daily ‘fast’ insights to coaches and players to reflect and refine training</a:t>
            </a:r>
          </a:p>
          <a:p>
            <a:pPr lvl="1">
              <a:lnSpc>
                <a:spcPct val="200000"/>
              </a:lnSpc>
            </a:pPr>
            <a:r>
              <a:rPr lang="en-AU" sz="1900" dirty="0">
                <a:latin typeface="Century Gothic" panose="020B0502020202020204" pitchFamily="34" charset="0"/>
              </a:rPr>
              <a:t>Enhance athlete engagement in the training process</a:t>
            </a:r>
          </a:p>
          <a:p>
            <a:pPr>
              <a:lnSpc>
                <a:spcPct val="200000"/>
              </a:lnSpc>
            </a:pPr>
            <a:r>
              <a:rPr lang="en-AU" sz="2000" dirty="0">
                <a:latin typeface="Century Gothic" panose="020B0502020202020204" pitchFamily="34" charset="0"/>
              </a:rPr>
              <a:t>Long-term ‘slow’ research projects to improve understanding of metrics</a:t>
            </a:r>
          </a:p>
          <a:p>
            <a:pPr lvl="1">
              <a:lnSpc>
                <a:spcPct val="200000"/>
              </a:lnSpc>
            </a:pPr>
            <a:r>
              <a:rPr lang="en-AU" sz="1900" dirty="0">
                <a:latin typeface="Century Gothic" panose="020B0502020202020204" pitchFamily="34" charset="0"/>
              </a:rPr>
              <a:t>e.g., Individualised shot ‘intensity’ thresholds</a:t>
            </a:r>
          </a:p>
          <a:p>
            <a:pPr lvl="1">
              <a:lnSpc>
                <a:spcPct val="200000"/>
              </a:lnSpc>
            </a:pPr>
            <a:r>
              <a:rPr lang="en-AU" sz="1900" dirty="0">
                <a:latin typeface="Century Gothic" panose="020B0502020202020204" pitchFamily="34" charset="0"/>
              </a:rPr>
              <a:t>Future ‘best-practice’ rehab from integrated technology insights (e.g., IMU, </a:t>
            </a:r>
            <a:r>
              <a:rPr lang="en-AU" sz="1900" dirty="0" err="1">
                <a:latin typeface="Century Gothic" panose="020B0502020202020204" pitchFamily="34" charset="0"/>
              </a:rPr>
              <a:t>HawkEye</a:t>
            </a:r>
            <a:r>
              <a:rPr lang="en-AU" sz="1900" dirty="0">
                <a:latin typeface="Century Gothic" panose="020B0502020202020204" pitchFamily="34" charset="0"/>
              </a:rPr>
              <a:t>)</a:t>
            </a:r>
          </a:p>
          <a:p>
            <a:pPr lvl="1">
              <a:lnSpc>
                <a:spcPct val="200000"/>
              </a:lnSpc>
            </a:pPr>
            <a:endParaRPr lang="en-AU" sz="19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47031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211">
      <a:dk1>
        <a:srgbClr val="000000"/>
      </a:dk1>
      <a:lt1>
        <a:srgbClr val="FFFFFF"/>
      </a:lt1>
      <a:dk2>
        <a:srgbClr val="323232"/>
      </a:dk2>
      <a:lt2>
        <a:srgbClr val="B2B2B2"/>
      </a:lt2>
      <a:accent1>
        <a:srgbClr val="0F4BEB"/>
      </a:accent1>
      <a:accent2>
        <a:srgbClr val="FF2305"/>
      </a:accent2>
      <a:accent3>
        <a:srgbClr val="000000"/>
      </a:accent3>
      <a:accent4>
        <a:srgbClr val="FAF528"/>
      </a:accent4>
      <a:accent5>
        <a:srgbClr val="09D369"/>
      </a:accent5>
      <a:accent6>
        <a:srgbClr val="FF9600"/>
      </a:accent6>
      <a:hlink>
        <a:srgbClr val="00B7E0"/>
      </a:hlink>
      <a:folHlink>
        <a:srgbClr val="00B7E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2500 UTS Additional Branded Templates PPT 16x9_Bv2" id="{EB039CC6-8CB9-C24A-A749-50853131CC6F}" vid="{C4909B0C-217E-B842-A58C-94EA4BEBE0D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79D29F63789BE4BAE6AD9473E5DBD43" ma:contentTypeVersion="13" ma:contentTypeDescription="Create a new document." ma:contentTypeScope="" ma:versionID="9ebebdd7e9658d662a09b7cbd0f9dfd7">
  <xsd:schema xmlns:xsd="http://www.w3.org/2001/XMLSchema" xmlns:xs="http://www.w3.org/2001/XMLSchema" xmlns:p="http://schemas.microsoft.com/office/2006/metadata/properties" xmlns:ns3="11f176b0-f8a0-49ff-9b4f-0335b85fcd29" xmlns:ns4="b87dfbdf-65fc-4b16-b132-3436c9e9ed42" targetNamespace="http://schemas.microsoft.com/office/2006/metadata/properties" ma:root="true" ma:fieldsID="33d431817e0c5e54efefc99d3b5aefa2" ns3:_="" ns4:_="">
    <xsd:import namespace="11f176b0-f8a0-49ff-9b4f-0335b85fcd29"/>
    <xsd:import namespace="b87dfbdf-65fc-4b16-b132-3436c9e9ed42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AutoKeyPoints" minOccurs="0"/>
                <xsd:element ref="ns4:MediaServiceKeyPoint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1f176b0-f8a0-49ff-9b4f-0335b85fcd29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87dfbdf-65fc-4b16-b132-3436c9e9ed4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MediaServiceAutoTags" ma:internalName="MediaServiceAutoTags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0D90004-E665-4CB8-8714-711A9BC3261B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b87dfbdf-65fc-4b16-b132-3436c9e9ed42"/>
    <ds:schemaRef ds:uri="11f176b0-f8a0-49ff-9b4f-0335b85fcd29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5F1B871A-DF8A-4FF1-B4D3-778202D6554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1f176b0-f8a0-49ff-9b4f-0335b85fcd29"/>
    <ds:schemaRef ds:uri="b87dfbdf-65fc-4b16-b132-3436c9e9ed4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17D7329-435C-44B6-A8C2-4381D19E74C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UTS Branded Templates PPT 16x9_B_FA</Template>
  <TotalTime>4500</TotalTime>
  <Words>740</Words>
  <Application>Microsoft Macintosh PowerPoint</Application>
  <PresentationFormat>Widescreen</PresentationFormat>
  <Paragraphs>179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Century Gothic</vt:lpstr>
      <vt:lpstr>Helvetica</vt:lpstr>
      <vt:lpstr>Office Theme</vt:lpstr>
      <vt:lpstr>Applications of Wearable Technology in Tennis</vt:lpstr>
      <vt:lpstr>PhD Study Aims</vt:lpstr>
      <vt:lpstr>PhD Study Findings - Validation</vt:lpstr>
      <vt:lpstr>PhD Study Findings – Match-Play</vt:lpstr>
      <vt:lpstr>PhD Study Findings - Training</vt:lpstr>
      <vt:lpstr>Wearable Technology and the NTA – Why?</vt:lpstr>
      <vt:lpstr>Wearable Technology and the NTA – How?</vt:lpstr>
      <vt:lpstr>Wearable Technology and the NTA – Practical Application</vt:lpstr>
      <vt:lpstr>What’s Next and Ongoing Strategies?</vt:lpstr>
    </vt:vector>
  </TitlesOfParts>
  <Company>University of Technology Sydney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Heading </dc:title>
  <dc:creator>Jules McConnochie</dc:creator>
  <cp:lastModifiedBy>Thomas Perri</cp:lastModifiedBy>
  <cp:revision>287</cp:revision>
  <dcterms:created xsi:type="dcterms:W3CDTF">2020-10-08T05:30:42Z</dcterms:created>
  <dcterms:modified xsi:type="dcterms:W3CDTF">2022-03-23T21:24:28Z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0x010100679D29F63789BE4BAE6AD9473E5DBD43</vt:lpwstr>
  </property>
</Properties>
</file>